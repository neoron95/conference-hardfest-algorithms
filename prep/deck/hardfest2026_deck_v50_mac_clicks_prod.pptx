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embeddedFontLst>
    <p:embeddedFont>
      <p:font typeface="Montserrat"/>
      <p:regular r:id="rIdFont1"/>
      <p:bold r:id="rIdFont2"/>
    </p:embeddedFont>
    <p:embeddedFont>
      <p:font typeface="Montserrat Medium"/>
      <p:regular r:id="rIdFont3"/>
    </p:embeddedFont>
    <p:embeddedFont>
      <p:font typeface="Montserrat SemiBold"/>
      <p:regular r:id="rIdFont4"/>
    </p:embeddedFont>
    <p:embeddedFont>
      <p:font typeface="Montserrat ExtraBold"/>
      <p:regular r:id="rIdFont5"/>
    </p:embeddedFont>
    <p:embeddedFont>
      <p:font typeface="JetBrains Mono"/>
      <p:regular r:id="rIdFont6"/>
      <p:bold r:id="rIdFont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Relationship Id="rIdFont5" Type="http://schemas.openxmlformats.org/officeDocument/2006/relationships/font" Target="fonts/font5.fntdata"/><Relationship Id="rIdFont6" Type="http://schemas.openxmlformats.org/officeDocument/2006/relationships/font" Target="fonts/font6.fntdata"/><Relationship Id="rIdFont7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video" Target="../media/media-1-2.mp4"/><Relationship Id="rId3" Type="http://schemas.microsoft.com/office/2007/relationships/media" Target="../media/media-1-2.mp4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video" Target="../media/media-19-4.mp4"/><Relationship Id="rId5" Type="http://schemas.microsoft.com/office/2007/relationships/media" Target="../media/media-19-4.mp4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video" Target="../media/media-21-2.mp4"/><Relationship Id="rId3" Type="http://schemas.microsoft.com/office/2007/relationships/media" Target="../media/media-21-2.mp4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video" Target="../media/media-25-4.mp4"/><Relationship Id="rId5" Type="http://schemas.microsoft.com/office/2007/relationships/media" Target="../media/media-25-4.mp4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video" Target="../media/media-30-4.mp4"/><Relationship Id="rId5" Type="http://schemas.microsoft.com/office/2007/relationships/media" Target="../media/media-30-4.mp4"/><Relationship Id="rId6" Type="http://schemas.openxmlformats.org/officeDocument/2006/relationships/image" Target="../media/image-30-6.png"/><Relationship Id="rId7" Type="http://schemas.openxmlformats.org/officeDocument/2006/relationships/video" Target="../media/media-30-7.mp4"/><Relationship Id="rId8" Type="http://schemas.microsoft.com/office/2007/relationships/media" Target="../media/media-30-7.mp4"/><Relationship Id="rId9" Type="http://schemas.openxmlformats.org/officeDocument/2006/relationships/image" Target="../media/image-3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32494" y="2032000"/>
            <a:ext cx="4721412" cy="401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714500"/>
            <a:ext cx="2616200" cy="4483100"/>
          </a:xfrm>
          <a:prstGeom prst="rect">
            <a:avLst/>
          </a:prstGeom>
        </p:spPr>
      </p:pic>
      <p:pic>
        <p:nvPicPr>
          <p:cNvPr id="4" name="Image 2" descr="Слайд 3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1981200"/>
            <a:ext cx="3321050" cy="4216400"/>
          </a:xfrm>
          <a:prstGeom prst="rect">
            <a:avLst/>
          </a:prstGeom>
        </p:spPr>
      </p:pic>
      <p:pic>
        <p:nvPicPr>
          <p:cNvPr id="5" name="Image 3" descr="Слайд 3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700" y="2076450"/>
            <a:ext cx="2813050" cy="4121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4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0" y="2235200"/>
            <a:ext cx="3854450" cy="355600"/>
          </a:xfrm>
          <a:prstGeom prst="rect">
            <a:avLst/>
          </a:prstGeom>
        </p:spPr>
      </p:pic>
      <p:pic>
        <p:nvPicPr>
          <p:cNvPr id="4" name="Image 2" descr="Слайд 4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650" y="3498850"/>
            <a:ext cx="2774950" cy="361950"/>
          </a:xfrm>
          <a:prstGeom prst="rect">
            <a:avLst/>
          </a:prstGeom>
        </p:spPr>
      </p:pic>
      <p:pic>
        <p:nvPicPr>
          <p:cNvPr id="5" name="Image 3" descr="Слайд 4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4635500"/>
            <a:ext cx="2311400" cy="68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5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4851400"/>
            <a:ext cx="6546850" cy="787400"/>
          </a:xfrm>
          <a:prstGeom prst="rect">
            <a:avLst/>
          </a:prstGeom>
        </p:spPr>
      </p:pic>
      <p:pic>
        <p:nvPicPr>
          <p:cNvPr id="4" name="Image 2" descr="Слайд 5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546600"/>
            <a:ext cx="4375150" cy="154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6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0" y="1739900"/>
            <a:ext cx="3422650" cy="4610100"/>
          </a:xfrm>
          <a:prstGeom prst="rect">
            <a:avLst/>
          </a:prstGeom>
        </p:spPr>
      </p:pic>
      <p:pic>
        <p:nvPicPr>
          <p:cNvPr id="4" name="Image 2" descr="Слайд 6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1739900"/>
            <a:ext cx="2762250" cy="461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8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00300"/>
            <a:ext cx="10706100" cy="939800"/>
          </a:xfrm>
          <a:prstGeom prst="rect">
            <a:avLst/>
          </a:prstGeom>
        </p:spPr>
      </p:pic>
      <p:pic>
        <p:nvPicPr>
          <p:cNvPr id="4" name="Image 2" descr="Слайд 8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3289300"/>
            <a:ext cx="10699750" cy="863600"/>
          </a:xfrm>
          <a:prstGeom prst="rect">
            <a:avLst/>
          </a:prstGeom>
        </p:spPr>
      </p:pic>
      <p:pic>
        <p:nvPicPr>
          <p:cNvPr id="5" name="Image 3" descr="Слайд 8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" y="4178300"/>
            <a:ext cx="10699750" cy="863600"/>
          </a:xfrm>
          <a:prstGeom prst="rect">
            <a:avLst/>
          </a:prstGeom>
        </p:spPr>
      </p:pic>
      <p:pic>
        <p:nvPicPr>
          <p:cNvPr id="6" name="Image 4" descr="Слайд 8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508500"/>
            <a:ext cx="9601200" cy="147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9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00" y="3759200"/>
            <a:ext cx="533400" cy="565150"/>
          </a:xfrm>
          <a:prstGeom prst="rect">
            <a:avLst/>
          </a:prstGeom>
        </p:spPr>
      </p:pic>
      <p:pic>
        <p:nvPicPr>
          <p:cNvPr id="4" name="Image 2" descr="Слайд 9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050" y="3759200"/>
            <a:ext cx="7804150" cy="1257300"/>
          </a:xfrm>
          <a:prstGeom prst="rect">
            <a:avLst/>
          </a:prstGeom>
        </p:spPr>
      </p:pic>
      <p:pic>
        <p:nvPicPr>
          <p:cNvPr id="5" name="Image 3" descr="Слайд 9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900" y="3759200"/>
            <a:ext cx="533400" cy="565150"/>
          </a:xfrm>
          <a:prstGeom prst="rect">
            <a:avLst/>
          </a:prstGeom>
        </p:spPr>
      </p:pic>
      <p:pic>
        <p:nvPicPr>
          <p:cNvPr id="6" name="Image 4" descr="Слайд 9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9400" y="3759200"/>
            <a:ext cx="533400" cy="565150"/>
          </a:xfrm>
          <a:prstGeom prst="rect">
            <a:avLst/>
          </a:prstGeom>
        </p:spPr>
      </p:pic>
      <p:pic>
        <p:nvPicPr>
          <p:cNvPr id="7" name="Image 5" descr="Слайд 9 · шаг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400" y="1809750"/>
            <a:ext cx="698500" cy="273050"/>
          </a:xfrm>
          <a:prstGeom prst="rect">
            <a:avLst/>
          </a:prstGeom>
        </p:spPr>
      </p:pic>
      <p:pic>
        <p:nvPicPr>
          <p:cNvPr id="8" name="Image 6" descr="Слайд 9 · шаг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300" y="3759200"/>
            <a:ext cx="533400" cy="565150"/>
          </a:xfrm>
          <a:prstGeom prst="rect">
            <a:avLst/>
          </a:prstGeom>
        </p:spPr>
      </p:pic>
      <p:pic>
        <p:nvPicPr>
          <p:cNvPr id="9" name="Image 7" descr="Слайд 9 · шаг 7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3759200"/>
            <a:ext cx="533400" cy="565150"/>
          </a:xfrm>
          <a:prstGeom prst="rect">
            <a:avLst/>
          </a:prstGeom>
        </p:spPr>
      </p:pic>
      <p:pic>
        <p:nvPicPr>
          <p:cNvPr id="10" name="Image 8" descr="Слайд 9 · шаг 8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4900" y="3759200"/>
            <a:ext cx="533400" cy="565150"/>
          </a:xfrm>
          <a:prstGeom prst="rect">
            <a:avLst/>
          </a:prstGeom>
        </p:spPr>
      </p:pic>
      <p:pic>
        <p:nvPicPr>
          <p:cNvPr id="11" name="Image 9" descr="Слайд 9 · шаг 9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651500"/>
            <a:ext cx="7493000" cy="25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0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050" y="1905000"/>
            <a:ext cx="3384550" cy="2540000"/>
          </a:xfrm>
          <a:prstGeom prst="rect">
            <a:avLst/>
          </a:prstGeom>
        </p:spPr>
      </p:pic>
      <p:pic>
        <p:nvPicPr>
          <p:cNvPr id="4" name="Image 2" descr="Слайд 10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5054600"/>
            <a:ext cx="7518400" cy="698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1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0" y="1949450"/>
            <a:ext cx="3124200" cy="3238500"/>
          </a:xfrm>
          <a:prstGeom prst="rect">
            <a:avLst/>
          </a:prstGeom>
        </p:spPr>
      </p:pic>
      <p:pic>
        <p:nvPicPr>
          <p:cNvPr id="4" name="Image 2" descr="Слайд 11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841500"/>
            <a:ext cx="2254250" cy="3409950"/>
          </a:xfrm>
          <a:prstGeom prst="rect">
            <a:avLst/>
          </a:prstGeom>
        </p:spPr>
      </p:pic>
      <p:pic>
        <p:nvPicPr>
          <p:cNvPr id="5" name="Image 3" descr="Слайд 11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850" y="1714500"/>
            <a:ext cx="2520950" cy="3536950"/>
          </a:xfrm>
          <a:prstGeom prst="rect">
            <a:avLst/>
          </a:prstGeom>
        </p:spPr>
      </p:pic>
      <p:pic>
        <p:nvPicPr>
          <p:cNvPr id="6" name="Image 4" descr="Слайд 11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50" y="5461000"/>
            <a:ext cx="4419600" cy="825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3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25700"/>
            <a:ext cx="3365500" cy="977900"/>
          </a:xfrm>
          <a:prstGeom prst="rect">
            <a:avLst/>
          </a:prstGeom>
        </p:spPr>
      </p:pic>
      <p:pic>
        <p:nvPicPr>
          <p:cNvPr id="4" name="Image 2" descr="Слайд 13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702050"/>
            <a:ext cx="7962900" cy="971550"/>
          </a:xfrm>
          <a:prstGeom prst="rect">
            <a:avLst/>
          </a:prstGeom>
        </p:spPr>
      </p:pic>
      <p:pic>
        <p:nvPicPr>
          <p:cNvPr id="5" name="Image 3" descr="Слайд 13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650" y="2311400"/>
            <a:ext cx="3028950" cy="1333500"/>
          </a:xfrm>
          <a:prstGeom prst="rect">
            <a:avLst/>
          </a:prstGeom>
        </p:spPr>
      </p:pic>
      <p:pic>
        <p:nvPicPr>
          <p:cNvPr id="6" name="Image 4" descr="Слайд 13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270500"/>
            <a:ext cx="4889500" cy="736600"/>
          </a:xfrm>
          <a:prstGeom prst="rect">
            <a:avLst/>
          </a:prstGeom>
        </p:spPr>
      </p:pic>
      <p:pic>
        <p:nvPicPr>
          <p:cNvPr id="7" name="Image 5" descr="Слайд 13 · шаг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5270500"/>
            <a:ext cx="2667000" cy="736600"/>
          </a:xfrm>
          <a:prstGeom prst="rect">
            <a:avLst/>
          </a:prstGeom>
        </p:spPr>
      </p:pic>
      <p:pic>
        <p:nvPicPr>
          <p:cNvPr id="8" name="Image 6" descr="Слайд 13 · шаг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6500" y="5270500"/>
            <a:ext cx="2622550" cy="736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4 · шаг 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794000"/>
            <a:ext cx="2432050" cy="609600"/>
          </a:xfrm>
          <a:prstGeom prst="rect">
            <a:avLst/>
          </a:prstGeom>
        </p:spPr>
      </p:pic>
      <p:pic>
        <p:nvPicPr>
          <p:cNvPr id="4" name="Image 2" descr="Слайд 14 · шаг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457450"/>
            <a:ext cx="10699750" cy="946150"/>
          </a:xfrm>
          <a:prstGeom prst="rect">
            <a:avLst/>
          </a:prstGeom>
        </p:spPr>
      </p:pic>
      <p:pic>
        <p:nvPicPr>
          <p:cNvPr id="5" name="Image 3" descr="Слайд 14 · шаг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050" y="3733800"/>
            <a:ext cx="7613650" cy="736600"/>
          </a:xfrm>
          <a:prstGeom prst="rect">
            <a:avLst/>
          </a:prstGeom>
        </p:spPr>
      </p:pic>
      <p:pic>
        <p:nvPicPr>
          <p:cNvPr id="6" name="Image 4" descr="Слайд 14 · шаг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5118100"/>
            <a:ext cx="5416550" cy="95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5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38400"/>
            <a:ext cx="3676650" cy="3359150"/>
          </a:xfrm>
          <a:prstGeom prst="rect">
            <a:avLst/>
          </a:prstGeom>
        </p:spPr>
      </p:pic>
      <p:pic>
        <p:nvPicPr>
          <p:cNvPr id="4" name="Image 2" descr="Слайд 15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850" y="2432050"/>
            <a:ext cx="6680200" cy="3371850"/>
          </a:xfrm>
          <a:prstGeom prst="rect">
            <a:avLst/>
          </a:prstGeom>
        </p:spPr>
      </p:pic>
      <p:pic>
        <p:nvPicPr>
          <p:cNvPr id="5" name="Image 3" descr="Слайд 15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3270250"/>
            <a:ext cx="6515100" cy="2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6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25700"/>
            <a:ext cx="4806950" cy="977900"/>
          </a:xfrm>
          <a:prstGeom prst="rect">
            <a:avLst/>
          </a:prstGeom>
        </p:spPr>
      </p:pic>
      <p:pic>
        <p:nvPicPr>
          <p:cNvPr id="4" name="Image 2" descr="Слайд 16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702050"/>
            <a:ext cx="7874000" cy="971550"/>
          </a:xfrm>
          <a:prstGeom prst="rect">
            <a:avLst/>
          </a:prstGeom>
        </p:spPr>
      </p:pic>
      <p:pic>
        <p:nvPicPr>
          <p:cNvPr id="5" name="Image 3" descr="Слайд 16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300" y="215900"/>
            <a:ext cx="3562350" cy="3429000"/>
          </a:xfrm>
          <a:prstGeom prst="rect">
            <a:avLst/>
          </a:prstGeom>
        </p:spPr>
      </p:pic>
      <p:pic>
        <p:nvPicPr>
          <p:cNvPr id="6" name="Image 4" descr="Слайд 16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270500"/>
            <a:ext cx="4908550" cy="736600"/>
          </a:xfrm>
          <a:prstGeom prst="rect">
            <a:avLst/>
          </a:prstGeom>
        </p:spPr>
      </p:pic>
      <p:pic>
        <p:nvPicPr>
          <p:cNvPr id="7" name="Image 5" descr="Слайд 16 · шаг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5270500"/>
            <a:ext cx="2667000" cy="736600"/>
          </a:xfrm>
          <a:prstGeom prst="rect">
            <a:avLst/>
          </a:prstGeom>
        </p:spPr>
      </p:pic>
      <p:pic>
        <p:nvPicPr>
          <p:cNvPr id="8" name="Image 6" descr="Слайд 16 · шаг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6500" y="5270500"/>
            <a:ext cx="2622550" cy="965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7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064000"/>
            <a:ext cx="7302500" cy="1720850"/>
          </a:xfrm>
          <a:prstGeom prst="rect">
            <a:avLst/>
          </a:prstGeom>
        </p:spPr>
      </p:pic>
      <p:pic>
        <p:nvPicPr>
          <p:cNvPr id="4" name="Image 2" descr="Слайд 17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514850"/>
            <a:ext cx="1987550" cy="565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8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038350"/>
            <a:ext cx="4445000" cy="2711450"/>
          </a:xfrm>
          <a:prstGeom prst="rect">
            <a:avLst/>
          </a:prstGeom>
        </p:spPr>
      </p:pic>
      <p:pic>
        <p:nvPicPr>
          <p:cNvPr id="4" name="Image 2" descr="Слайд 18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750" y="2362200"/>
            <a:ext cx="1028700" cy="3009900"/>
          </a:xfrm>
          <a:prstGeom prst="rect">
            <a:avLst/>
          </a:prstGeom>
        </p:spPr>
      </p:pic>
      <p:pic>
        <p:nvPicPr>
          <p:cNvPr id="5" name="Image 3" descr="Слайд 18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050" y="2038350"/>
            <a:ext cx="4445000" cy="2609850"/>
          </a:xfrm>
          <a:prstGeom prst="rect">
            <a:avLst/>
          </a:prstGeom>
        </p:spPr>
      </p:pic>
      <p:pic>
        <p:nvPicPr>
          <p:cNvPr id="6" name="Image 4" descr="Слайд 18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0250" y="2362200"/>
            <a:ext cx="2743200" cy="3009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9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74850"/>
            <a:ext cx="7988300" cy="2692400"/>
          </a:xfrm>
          <a:prstGeom prst="rect">
            <a:avLst/>
          </a:prstGeom>
        </p:spPr>
      </p:pic>
      <p:pic>
        <p:nvPicPr>
          <p:cNvPr id="4" name="Image 2" descr="Слайд 19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5378450"/>
            <a:ext cx="9245600" cy="514350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413500" y="2375913"/>
            <a:ext cx="5035550" cy="27856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9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8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2950" y="2133895"/>
            <a:ext cx="6604000" cy="3225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2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15900"/>
            <a:ext cx="10655300" cy="5403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3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197100"/>
            <a:ext cx="5784850" cy="2584450"/>
          </a:xfrm>
          <a:prstGeom prst="rect">
            <a:avLst/>
          </a:prstGeom>
        </p:spPr>
      </p:pic>
      <p:pic>
        <p:nvPicPr>
          <p:cNvPr id="4" name="Image 2" descr="Слайд 23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100" y="2203450"/>
            <a:ext cx="4044950" cy="2330450"/>
          </a:xfrm>
          <a:prstGeom prst="rect">
            <a:avLst/>
          </a:prstGeom>
        </p:spPr>
      </p:pic>
      <p:pic>
        <p:nvPicPr>
          <p:cNvPr id="5" name="Image 3" descr="Слайд 23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15900"/>
            <a:ext cx="10706100" cy="5435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4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0" y="2254250"/>
            <a:ext cx="4946650" cy="2165350"/>
          </a:xfrm>
          <a:prstGeom prst="rect">
            <a:avLst/>
          </a:prstGeom>
        </p:spPr>
      </p:pic>
      <p:pic>
        <p:nvPicPr>
          <p:cNvPr id="4" name="Image 2" descr="Слайд 24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629150"/>
            <a:ext cx="107061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5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68500"/>
            <a:ext cx="3752850" cy="2914650"/>
          </a:xfrm>
          <a:prstGeom prst="rect">
            <a:avLst/>
          </a:prstGeom>
        </p:spPr>
      </p:pic>
      <p:pic>
        <p:nvPicPr>
          <p:cNvPr id="4" name="Image 2" descr="Слайд 25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5461000"/>
            <a:ext cx="4305300" cy="355600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334000" y="2096558"/>
            <a:ext cx="6096000" cy="3115733"/>
          </a:xfrm>
          <a:prstGeom prst="rect">
            <a:avLst/>
          </a:prstGeom>
        </p:spPr>
      </p:pic>
      <p:pic>
        <p:nvPicPr>
          <p:cNvPr id="6" name="Image 3" descr="Слайд 25 · подписи поверх видео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0" y="1955800"/>
            <a:ext cx="4787900" cy="3384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6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7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387600"/>
            <a:ext cx="8140700" cy="1206500"/>
          </a:xfrm>
          <a:prstGeom prst="rect">
            <a:avLst/>
          </a:prstGeom>
        </p:spPr>
      </p:pic>
      <p:pic>
        <p:nvPicPr>
          <p:cNvPr id="4" name="Image 2" descr="Слайд 27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784600"/>
            <a:ext cx="4946650" cy="508000"/>
          </a:xfrm>
          <a:prstGeom prst="rect">
            <a:avLst/>
          </a:prstGeom>
        </p:spPr>
      </p:pic>
      <p:pic>
        <p:nvPicPr>
          <p:cNvPr id="5" name="Image 3" descr="Слайд 27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600" y="3632200"/>
            <a:ext cx="3454400" cy="1492250"/>
          </a:xfrm>
          <a:prstGeom prst="rect">
            <a:avLst/>
          </a:prstGeom>
        </p:spPr>
      </p:pic>
      <p:pic>
        <p:nvPicPr>
          <p:cNvPr id="6" name="Image 4" descr="Слайд 27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" y="5264150"/>
            <a:ext cx="7810500" cy="20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0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650" y="1733550"/>
            <a:ext cx="2197100" cy="203200"/>
          </a:xfrm>
          <a:prstGeom prst="rect">
            <a:avLst/>
          </a:prstGeom>
        </p:spPr>
      </p:pic>
      <p:pic>
        <p:nvPicPr>
          <p:cNvPr id="4" name="Image 2" descr="Слайд 30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5715000"/>
            <a:ext cx="8394700" cy="215900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42950" y="1968500"/>
            <a:ext cx="5207000" cy="3556000"/>
          </a:xfrm>
          <a:prstGeom prst="rect">
            <a:avLst/>
          </a:prstGeom>
        </p:spPr>
      </p:pic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242050" y="1968500"/>
            <a:ext cx="5207000" cy="355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 mute="1">
                <p:cTn id="23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1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850" y="4356100"/>
            <a:ext cx="1778000" cy="615950"/>
          </a:xfrm>
          <a:prstGeom prst="rect">
            <a:avLst/>
          </a:prstGeom>
        </p:spPr>
      </p:pic>
      <p:pic>
        <p:nvPicPr>
          <p:cNvPr id="4" name="Image 2" descr="Слайд 31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100" y="3289300"/>
            <a:ext cx="1587500" cy="615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2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2844800"/>
            <a:ext cx="9886950" cy="2438400"/>
          </a:xfrm>
          <a:prstGeom prst="rect">
            <a:avLst/>
          </a:prstGeom>
        </p:spPr>
      </p:pic>
      <p:pic>
        <p:nvPicPr>
          <p:cNvPr id="4" name="Image 2" descr="Слайд 32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3219450"/>
            <a:ext cx="9899650" cy="2063750"/>
          </a:xfrm>
          <a:prstGeom prst="rect">
            <a:avLst/>
          </a:prstGeom>
        </p:spPr>
      </p:pic>
      <p:pic>
        <p:nvPicPr>
          <p:cNvPr id="5" name="Image 3" descr="Слайд 32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537200"/>
            <a:ext cx="7664450" cy="196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4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3187700"/>
            <a:ext cx="9423400" cy="711200"/>
          </a:xfrm>
          <a:prstGeom prst="rect">
            <a:avLst/>
          </a:prstGeom>
        </p:spPr>
      </p:pic>
      <p:pic>
        <p:nvPicPr>
          <p:cNvPr id="4" name="Image 2" descr="Слайд 34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850" y="2317750"/>
            <a:ext cx="9448800" cy="1479550"/>
          </a:xfrm>
          <a:prstGeom prst="rect">
            <a:avLst/>
          </a:prstGeom>
        </p:spPr>
      </p:pic>
      <p:pic>
        <p:nvPicPr>
          <p:cNvPr id="5" name="Image 3" descr="Слайд 34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178050"/>
            <a:ext cx="8737600" cy="3803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7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841500"/>
            <a:ext cx="10706100" cy="596900"/>
          </a:xfrm>
          <a:prstGeom prst="rect">
            <a:avLst/>
          </a:prstGeom>
        </p:spPr>
      </p:pic>
      <p:pic>
        <p:nvPicPr>
          <p:cNvPr id="4" name="Image 2" descr="Слайд 37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921000"/>
            <a:ext cx="10706100" cy="596900"/>
          </a:xfrm>
          <a:prstGeom prst="rect">
            <a:avLst/>
          </a:prstGeom>
        </p:spPr>
      </p:pic>
      <p:pic>
        <p:nvPicPr>
          <p:cNvPr id="5" name="Image 3" descr="Слайд 37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000500"/>
            <a:ext cx="10706100" cy="596900"/>
          </a:xfrm>
          <a:prstGeom prst="rect">
            <a:avLst/>
          </a:prstGeom>
        </p:spPr>
      </p:pic>
      <p:pic>
        <p:nvPicPr>
          <p:cNvPr id="6" name="Image 4" descr="Слайд 37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080000"/>
            <a:ext cx="10706100" cy="596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8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0" y="3498850"/>
            <a:ext cx="3035300" cy="292100"/>
          </a:xfrm>
          <a:prstGeom prst="rect">
            <a:avLst/>
          </a:prstGeom>
        </p:spPr>
      </p:pic>
      <p:pic>
        <p:nvPicPr>
          <p:cNvPr id="4" name="Image 2" descr="Слайд 38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622800"/>
            <a:ext cx="3384550" cy="774700"/>
          </a:xfrm>
          <a:prstGeom prst="rect">
            <a:avLst/>
          </a:prstGeom>
        </p:spPr>
      </p:pic>
      <p:pic>
        <p:nvPicPr>
          <p:cNvPr id="5" name="Image 3" descr="Слайд 38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150" y="4616450"/>
            <a:ext cx="2971800" cy="1111250"/>
          </a:xfrm>
          <a:prstGeom prst="rect">
            <a:avLst/>
          </a:prstGeom>
        </p:spPr>
      </p:pic>
      <p:pic>
        <p:nvPicPr>
          <p:cNvPr id="6" name="Image 4" descr="Слайд 38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4622800"/>
            <a:ext cx="3422650" cy="1104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9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3619500"/>
            <a:ext cx="3397250" cy="158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O(n) проиграл O(n log n) — HardFest 2026</dc:title>
  <dc:subject>PptxGenJS Presentation</dc:subject>
  <dc:creator>Никита Нагорнов</dc:creator>
  <cp:lastModifiedBy>Никита Нагорнов</cp:lastModifiedBy>
  <cp:revision>1</cp:revision>
  <dcterms:created xsi:type="dcterms:W3CDTF">2026-10-16T17:35:18Z</dcterms:created>
  <dcterms:modified xsi:type="dcterms:W3CDTF">2026-10-16T17:35:18Z</dcterms:modified>
</cp:coreProperties>
</file>