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Geologica Light"/>
      <p:regular r:id="rId45"/>
      <p:bold r:id="rId46"/>
    </p:embeddedFont>
    <p:embeddedFont>
      <p:font typeface="Montserrat ExtraBold"/>
      <p:bold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88">
          <p15:clr>
            <a:srgbClr val="A4A3A4"/>
          </p15:clr>
        </p15:guide>
        <p15:guide id="2" pos="486">
          <p15:clr>
            <a:srgbClr val="A4A3A4"/>
          </p15:clr>
        </p15:guide>
        <p15:guide id="3" orient="horz" pos="1780">
          <p15:clr>
            <a:srgbClr val="9AA0A6"/>
          </p15:clr>
        </p15:guide>
        <p15:guide id="4" pos="4365">
          <p15:clr>
            <a:srgbClr val="9AA0A6"/>
          </p15:clr>
        </p15:guide>
      </p15:sldGuideLst>
    </p:ext>
    <p:ext uri="GoogleSlidesCustomDataVersion2">
      <go:slidesCustomData xmlns:go="http://customooxmlschemas.google.com/" r:id="rId49" roundtripDataSignature="AMtx7mjas4xEMSSX/Phs3hgFBUcU/ga+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88" orient="horz"/>
        <p:guide pos="486"/>
        <p:guide pos="1780" orient="horz"/>
        <p:guide pos="43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boldItalic.fntdata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GeologicaLight-bold.fntdata"/><Relationship Id="rId45" Type="http://schemas.openxmlformats.org/officeDocument/2006/relationships/font" Target="fonts/Geologica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ExtraBold-boldItalic.fntdata"/><Relationship Id="rId47" Type="http://schemas.openxmlformats.org/officeDocument/2006/relationships/font" Target="fonts/MontserratExtraBold-bold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MontserratSemiBold-regular.fntdata"/><Relationship Id="rId36" Type="http://schemas.openxmlformats.org/officeDocument/2006/relationships/slide" Target="slides/slide31.xml"/><Relationship Id="rId39" Type="http://schemas.openxmlformats.org/officeDocument/2006/relationships/font" Target="fonts/MontserratSemiBold-italic.fntdata"/><Relationship Id="rId38" Type="http://schemas.openxmlformats.org/officeDocument/2006/relationships/font" Target="fonts/MontserratSemiBold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23133e1bb_16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523133e1bb_16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23133e1bb_16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523133e1bb_16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23133e1bb_16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523133e1bb_16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23133e1bb_16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523133e1bb_16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23133e1bb_16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523133e1bb_16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23133e1bb_16_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523133e1bb_16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4caa18d204_2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4caa18d204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4caa18d204_2_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4caa18d204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4caa18d204_2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4caa18d204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4caa18d204_2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4caa18d204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nts.google.com/specimen/Montserra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2026.hardfest.ru/ru-code-of-conduct/" TargetMode="External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A285">
            <a:alpha val="20000"/>
          </a:srgbClr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7"/>
          <p:cNvSpPr txBox="1"/>
          <p:nvPr/>
        </p:nvSpPr>
        <p:spPr>
          <a:xfrm>
            <a:off x="766354" y="748939"/>
            <a:ext cx="582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ru" sz="28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ПОЯСНИТЕЛЬНАЯ ЗАПИСКА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7"/>
          <p:cNvSpPr txBox="1"/>
          <p:nvPr/>
        </p:nvSpPr>
        <p:spPr>
          <a:xfrm>
            <a:off x="766354" y="1837100"/>
            <a:ext cx="861934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ЦВЕТА</a:t>
            </a:r>
            <a:endParaRPr b="0" i="0" sz="1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" name="Google Shape;56;p47"/>
          <p:cNvSpPr txBox="1"/>
          <p:nvPr/>
        </p:nvSpPr>
        <p:spPr>
          <a:xfrm>
            <a:off x="797212" y="3740059"/>
            <a:ext cx="1174315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ШРИФТ</a:t>
            </a:r>
            <a:endParaRPr b="0" i="0" sz="1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" name="Google Shape;57;p47"/>
          <p:cNvSpPr/>
          <p:nvPr/>
        </p:nvSpPr>
        <p:spPr>
          <a:xfrm>
            <a:off x="853859" y="2416868"/>
            <a:ext cx="653320" cy="65332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7"/>
          <p:cNvSpPr txBox="1"/>
          <p:nvPr/>
        </p:nvSpPr>
        <p:spPr>
          <a:xfrm>
            <a:off x="766354" y="1223427"/>
            <a:ext cx="746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Для оформления презентации можно использовать 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элементы фирменного стиля. 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47"/>
          <p:cNvSpPr txBox="1"/>
          <p:nvPr/>
        </p:nvSpPr>
        <p:spPr>
          <a:xfrm>
            <a:off x="574185" y="3104488"/>
            <a:ext cx="1205779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Черный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#000000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47"/>
          <p:cNvSpPr/>
          <p:nvPr/>
        </p:nvSpPr>
        <p:spPr>
          <a:xfrm>
            <a:off x="3007207" y="2410961"/>
            <a:ext cx="653320" cy="653320"/>
          </a:xfrm>
          <a:prstGeom prst="roundRect">
            <a:avLst>
              <a:gd fmla="val 0" name="adj"/>
            </a:avLst>
          </a:prstGeom>
          <a:solidFill>
            <a:srgbClr val="1281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6CD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7"/>
          <p:cNvSpPr txBox="1"/>
          <p:nvPr/>
        </p:nvSpPr>
        <p:spPr>
          <a:xfrm>
            <a:off x="753446" y="2195558"/>
            <a:ext cx="753732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47"/>
          <p:cNvSpPr txBox="1"/>
          <p:nvPr/>
        </p:nvSpPr>
        <p:spPr>
          <a:xfrm>
            <a:off x="2898747" y="2189651"/>
            <a:ext cx="1170513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Дополнительные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47"/>
          <p:cNvSpPr txBox="1"/>
          <p:nvPr/>
        </p:nvSpPr>
        <p:spPr>
          <a:xfrm>
            <a:off x="753446" y="4046448"/>
            <a:ext cx="309148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32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Montserrat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7"/>
          <p:cNvSpPr txBox="1"/>
          <p:nvPr/>
        </p:nvSpPr>
        <p:spPr>
          <a:xfrm>
            <a:off x="753446" y="4619772"/>
            <a:ext cx="28184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Geologica Light"/>
                <a:ea typeface="Geologica Light"/>
                <a:cs typeface="Geologica Light"/>
                <a:sym typeface="Geologica Light"/>
              </a:rPr>
              <a:t>https://fonts.google.com/specimen/Montserrat</a:t>
            </a:r>
            <a:endParaRPr b="0" i="0" sz="900" u="none" cap="none" strike="noStrike">
              <a:solidFill>
                <a:schemeClr val="dk1"/>
              </a:solidFill>
              <a:latin typeface="Geologica Light"/>
              <a:ea typeface="Geologica Light"/>
              <a:cs typeface="Geologica Light"/>
              <a:sym typeface="Geologica Light"/>
            </a:endParaRPr>
          </a:p>
        </p:txBody>
      </p:sp>
      <p:cxnSp>
        <p:nvCxnSpPr>
          <p:cNvPr id="65" name="Google Shape;65;p47"/>
          <p:cNvCxnSpPr/>
          <p:nvPr/>
        </p:nvCxnSpPr>
        <p:spPr>
          <a:xfrm>
            <a:off x="834449" y="4046448"/>
            <a:ext cx="793839" cy="0"/>
          </a:xfrm>
          <a:prstGeom prst="straightConnector1">
            <a:avLst/>
          </a:prstGeom>
          <a:noFill/>
          <a:ln cap="flat" cmpd="sng" w="9525">
            <a:solidFill>
              <a:srgbClr val="001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47"/>
          <p:cNvSpPr/>
          <p:nvPr/>
        </p:nvSpPr>
        <p:spPr>
          <a:xfrm>
            <a:off x="1790206" y="2410961"/>
            <a:ext cx="653320" cy="65332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7"/>
          <p:cNvSpPr txBox="1"/>
          <p:nvPr/>
        </p:nvSpPr>
        <p:spPr>
          <a:xfrm>
            <a:off x="1531609" y="3098581"/>
            <a:ext cx="1205779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Белый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#FFFFFF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47"/>
          <p:cNvSpPr txBox="1"/>
          <p:nvPr/>
        </p:nvSpPr>
        <p:spPr>
          <a:xfrm>
            <a:off x="2726553" y="3129441"/>
            <a:ext cx="1205779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Бирюзовый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темный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#128178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47"/>
          <p:cNvSpPr/>
          <p:nvPr/>
        </p:nvSpPr>
        <p:spPr>
          <a:xfrm>
            <a:off x="3919099" y="2410961"/>
            <a:ext cx="653320" cy="653320"/>
          </a:xfrm>
          <a:prstGeom prst="roundRect">
            <a:avLst>
              <a:gd fmla="val 0" name="adj"/>
            </a:avLst>
          </a:prstGeom>
          <a:solidFill>
            <a:srgbClr val="23A2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6CD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7"/>
          <p:cNvSpPr txBox="1"/>
          <p:nvPr/>
        </p:nvSpPr>
        <p:spPr>
          <a:xfrm>
            <a:off x="3638445" y="3129441"/>
            <a:ext cx="1205779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Бирюзовый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средний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#23A285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47"/>
          <p:cNvSpPr/>
          <p:nvPr/>
        </p:nvSpPr>
        <p:spPr>
          <a:xfrm>
            <a:off x="4844224" y="2410961"/>
            <a:ext cx="653320" cy="653320"/>
          </a:xfrm>
          <a:prstGeom prst="roundRect">
            <a:avLst>
              <a:gd fmla="val 0" name="adj"/>
            </a:avLst>
          </a:prstGeom>
          <a:solidFill>
            <a:srgbClr val="46CD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6CD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7"/>
          <p:cNvSpPr txBox="1"/>
          <p:nvPr/>
        </p:nvSpPr>
        <p:spPr>
          <a:xfrm>
            <a:off x="4563570" y="3129441"/>
            <a:ext cx="1205779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Бирюзовый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светлый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#46CDAE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47"/>
          <p:cNvSpPr/>
          <p:nvPr/>
        </p:nvSpPr>
        <p:spPr>
          <a:xfrm>
            <a:off x="5769349" y="2410961"/>
            <a:ext cx="653320" cy="653320"/>
          </a:xfrm>
          <a:prstGeom prst="roundRect">
            <a:avLst>
              <a:gd fmla="val 0" name="adj"/>
            </a:avLst>
          </a:prstGeom>
          <a:solidFill>
            <a:srgbClr val="E248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6CD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7"/>
          <p:cNvSpPr txBox="1"/>
          <p:nvPr/>
        </p:nvSpPr>
        <p:spPr>
          <a:xfrm>
            <a:off x="5488695" y="3129441"/>
            <a:ext cx="1205779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Розовый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#E2489B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" name="Google Shape;75;p47"/>
          <p:cNvCxnSpPr/>
          <p:nvPr/>
        </p:nvCxnSpPr>
        <p:spPr>
          <a:xfrm>
            <a:off x="838491" y="2124030"/>
            <a:ext cx="677750" cy="0"/>
          </a:xfrm>
          <a:prstGeom prst="straightConnector1">
            <a:avLst/>
          </a:prstGeom>
          <a:noFill/>
          <a:ln cap="flat" cmpd="sng" w="9525">
            <a:solidFill>
              <a:srgbClr val="001C3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A285">
            <a:alpha val="20000"/>
          </a:srgbClr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8"/>
          <p:cNvSpPr txBox="1"/>
          <p:nvPr/>
        </p:nvSpPr>
        <p:spPr>
          <a:xfrm>
            <a:off x="766354" y="748939"/>
            <a:ext cx="6745757" cy="954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ru" sz="28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КАК УСТАНОВИТЬ </a:t>
            </a:r>
            <a:endParaRPr b="0" i="0" sz="28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ru" sz="28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ФИРМЕННЫЙ ШРИФТ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8"/>
          <p:cNvSpPr txBox="1"/>
          <p:nvPr/>
        </p:nvSpPr>
        <p:spPr>
          <a:xfrm>
            <a:off x="606300" y="2165000"/>
            <a:ext cx="6523046" cy="18004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ExtraBold"/>
              <a:buAutoNum type="arabicPeriod"/>
            </a:pPr>
            <a:r>
              <a:rPr b="0" i="0" lang="ru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Скачайте шрифт </a:t>
            </a:r>
            <a:br>
              <a:rPr b="0" i="0" lang="ru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" sz="15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https://fonts.google.com/specimen/Montserrat</a:t>
            </a:r>
            <a:br>
              <a:rPr b="0" i="0" lang="ru" sz="15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ExtraBold"/>
              <a:buAutoNum type="arabicPeriod"/>
            </a:pPr>
            <a:r>
              <a:rPr b="0" i="0" lang="ru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Файлы изначально будут заархивированы. Извлеките их.</a:t>
            </a:r>
            <a:br>
              <a:rPr b="0" i="0" lang="ru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ExtraBold"/>
              <a:buAutoNum type="arabicPeriod"/>
            </a:pPr>
            <a:r>
              <a:rPr b="0" i="0" lang="ru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Щелкните правой кнопкой мыши на файл со шрифтом и выберите “Установить”.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466325" y="484750"/>
            <a:ext cx="8113200" cy="41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ru"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КРУПНОЕ НАЗВАНИЕ ДОКЛАДА, ЧУТЬ ДЛИННЕЕ ДВУХ СЛОВ</a:t>
            </a:r>
            <a:endParaRPr b="1" sz="6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415" y="606373"/>
            <a:ext cx="1811681" cy="62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ctrTitle"/>
          </p:nvPr>
        </p:nvSpPr>
        <p:spPr>
          <a:xfrm>
            <a:off x="466400" y="2002775"/>
            <a:ext cx="6654300" cy="16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ru" sz="40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НАЗВАНИЕ ДОКЛАДА </a:t>
            </a:r>
            <a:endParaRPr b="1" sz="4000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3" name="Google Shape;93;p2"/>
          <p:cNvSpPr txBox="1"/>
          <p:nvPr>
            <p:ph type="ctrTitle"/>
          </p:nvPr>
        </p:nvSpPr>
        <p:spPr>
          <a:xfrm>
            <a:off x="466400" y="3701774"/>
            <a:ext cx="4892779" cy="989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22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Расшифровка, если нужно, может быть в две строки</a:t>
            </a:r>
            <a:endParaRPr sz="22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415" y="606373"/>
            <a:ext cx="1811681" cy="62043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466400" y="299275"/>
            <a:ext cx="5902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октябрь, 2026</a:t>
            </a:r>
            <a:endParaRPr b="0" i="0" sz="1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ctrTitle"/>
          </p:nvPr>
        </p:nvSpPr>
        <p:spPr>
          <a:xfrm>
            <a:off x="466400" y="2002775"/>
            <a:ext cx="7858616" cy="16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ru" sz="35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НАЗВАНИЕ ДОКЛАДА МОЖЕТ ЗАНЯТЬ ДВЕ СТРОКИ</a:t>
            </a:r>
            <a:endParaRPr b="1" sz="4000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66400" y="3701774"/>
            <a:ext cx="4892779" cy="989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0" i="0" lang="ru" sz="2200" u="none" cap="none" strike="noStrike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Расшифровка, если нужно, может быть в две строки</a:t>
            </a:r>
            <a:endParaRPr b="0" i="0" sz="2200" u="none" cap="none" strike="noStrike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415" y="606373"/>
            <a:ext cx="1811681" cy="62043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466400" y="299275"/>
            <a:ext cx="5902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октябрь, 2026</a:t>
            </a:r>
            <a:endParaRPr b="0" i="0" sz="1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ctrTitle"/>
          </p:nvPr>
        </p:nvSpPr>
        <p:spPr>
          <a:xfrm>
            <a:off x="466400" y="2825325"/>
            <a:ext cx="6149085" cy="16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ru" sz="40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НАЗВАНИЕ ДОКЛАДА МОЖЕТ ЗАНЯТЬ ТРИ СТРОКИ</a:t>
            </a:r>
            <a:endParaRPr b="1" sz="4000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415" y="606373"/>
            <a:ext cx="1811681" cy="62043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466400" y="299275"/>
            <a:ext cx="5902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октябрь, 2026</a:t>
            </a:r>
            <a:endParaRPr b="0" i="0" sz="1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10427" l="0" r="0" t="9295"/>
          <a:stretch/>
        </p:blipFill>
        <p:spPr>
          <a:xfrm>
            <a:off x="3617250" y="675700"/>
            <a:ext cx="1909500" cy="1909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>
            <p:ph idx="1" type="subTitle"/>
          </p:nvPr>
        </p:nvSpPr>
        <p:spPr>
          <a:xfrm>
            <a:off x="2638321" y="2817184"/>
            <a:ext cx="3867257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400" cap="none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ЕМЕЛЬЯН</a:t>
            </a:r>
            <a:endParaRPr b="1" sz="2400" cap="none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2400" cap="none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ФАЛЬКОНСКИЙ</a:t>
            </a:r>
            <a:endParaRPr b="1" sz="2400" cap="none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5"/>
          <p:cNvSpPr txBox="1"/>
          <p:nvPr>
            <p:ph idx="1" type="subTitle"/>
          </p:nvPr>
        </p:nvSpPr>
        <p:spPr>
          <a:xfrm>
            <a:off x="1828750" y="3760425"/>
            <a:ext cx="54864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Старший фронтенд-разработчик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5"/>
          <p:cNvSpPr txBox="1"/>
          <p:nvPr>
            <p:ph idx="1" type="subTitle"/>
          </p:nvPr>
        </p:nvSpPr>
        <p:spPr>
          <a:xfrm>
            <a:off x="1828800" y="4189400"/>
            <a:ext cx="54864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«Внедряй-веселись»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15" y="606373"/>
            <a:ext cx="1811681" cy="62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idx="1" type="subTitle"/>
          </p:nvPr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1" sz="3600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5" name="Google Shape;125;p6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466400" y="1792100"/>
            <a:ext cx="7325210" cy="2031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доклада и имя докладчика лучше разносить на </a:t>
            </a:r>
            <a:r>
              <a:rPr b="1" i="0" lang="ru" sz="2400" u="none" cap="none" strike="noStrike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разные слайды</a:t>
            </a:r>
            <a:r>
              <a:rPr b="0" i="0" lang="ru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согласно важному правилу составления презентаций: </a:t>
            </a:r>
            <a:r>
              <a:rPr b="1" i="0" lang="ru" sz="2400" u="none" cap="none" strike="noStrike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один слайд — одна мысль</a:t>
            </a:r>
            <a:r>
              <a:rPr b="0" i="0" lang="ru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Правило действует для всех слайдов</a:t>
            </a:r>
            <a:endParaRPr b="0" i="0" sz="2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50235" r="8768" t="0"/>
          <a:stretch/>
        </p:blipFill>
        <p:spPr>
          <a:xfrm>
            <a:off x="0" y="0"/>
            <a:ext cx="35841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 txBox="1"/>
          <p:nvPr>
            <p:ph idx="1" type="subTitle"/>
          </p:nvPr>
        </p:nvSpPr>
        <p:spPr>
          <a:xfrm>
            <a:off x="4120500" y="2291500"/>
            <a:ext cx="35841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00" lvl="0" marL="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</a:t>
            </a:r>
            <a:br>
              <a:rPr b="1"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1"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СЛАЙДА</a:t>
            </a:r>
            <a:endParaRPr b="1" sz="3600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4" name="Google Shape;134;p7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idx="1" type="subTitle"/>
          </p:nvPr>
        </p:nvSpPr>
        <p:spPr>
          <a:xfrm>
            <a:off x="4120500" y="1226525"/>
            <a:ext cx="337758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00" lvl="0" marL="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</a:t>
            </a:r>
            <a:br>
              <a:rPr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СЛАЙДА</a:t>
            </a:r>
            <a:endParaRPr sz="3600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4120500" y="2745375"/>
            <a:ext cx="3938100" cy="15388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2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шаблонов слайдов необязательно, </a:t>
            </a:r>
            <a:br>
              <a:rPr b="0" i="0" lang="ru" sz="2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" sz="2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но приветствуется </a:t>
            </a:r>
            <a:endParaRPr b="0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50235" r="8768" t="0"/>
          <a:stretch/>
        </p:blipFill>
        <p:spPr>
          <a:xfrm>
            <a:off x="0" y="0"/>
            <a:ext cx="35841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/>
        </p:nvSpPr>
        <p:spPr>
          <a:xfrm>
            <a:off x="3044400" y="1921475"/>
            <a:ext cx="4355324" cy="18774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" sz="2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ненормативной лексики недопустимо и нарушает наши </a:t>
            </a:r>
            <a:r>
              <a:rPr b="0" i="0" lang="ru" sz="22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Нормы поведения</a:t>
            </a:r>
            <a:endParaRPr b="0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" name="Google Shape;150;p9"/>
          <p:cNvPicPr preferRelativeResize="0"/>
          <p:nvPr/>
        </p:nvPicPr>
        <p:blipFill rotWithShape="1">
          <a:blip r:embed="rId4">
            <a:alphaModFix/>
          </a:blip>
          <a:srcRect b="21644" l="50084" r="28983" t="41309"/>
          <a:stretch/>
        </p:blipFill>
        <p:spPr>
          <a:xfrm>
            <a:off x="579773" y="1696625"/>
            <a:ext cx="2214826" cy="22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>
            <p:ph idx="1" type="subTitle"/>
          </p:nvPr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1" sz="3600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490514" y="3913025"/>
            <a:ext cx="29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Желательно приводить ссылки </a:t>
            </a:r>
            <a:b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 источники картинок и других медиа</a:t>
            </a:r>
            <a:endParaRPr b="0" i="0" sz="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9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idx="1" type="subTitle"/>
          </p:nvPr>
        </p:nvSpPr>
        <p:spPr>
          <a:xfrm>
            <a:off x="771200" y="537225"/>
            <a:ext cx="63237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 В ДВЕ СТРОКИ</a:t>
            </a:r>
            <a:endParaRPr b="1" sz="3600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771200" y="1920025"/>
            <a:ext cx="615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2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Слайды воспринимаются лучше, </a:t>
            </a:r>
            <a:br>
              <a:rPr b="0" i="0" lang="ru" sz="2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" sz="2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когда на них минимум текста</a:t>
            </a:r>
            <a:endParaRPr b="0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21622" l="0" r="0" t="41331"/>
          <a:stretch/>
        </p:blipFill>
        <p:spPr>
          <a:xfrm>
            <a:off x="0" y="3466650"/>
            <a:ext cx="9144001" cy="16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idx="1" type="subTitle"/>
          </p:nvPr>
        </p:nvSpPr>
        <p:spPr>
          <a:xfrm>
            <a:off x="542600" y="537225"/>
            <a:ext cx="63237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СПИСОК</a:t>
            </a:r>
            <a:endParaRPr b="1" sz="3600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606300" y="2165000"/>
            <a:ext cx="6323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Verdana"/>
              <a:buAutoNum type="arabicPeriod"/>
            </a:pPr>
            <a:r>
              <a:rPr b="0" i="0" lang="ru" sz="2200" u="none" cap="none" strike="noStrike">
                <a:solidFill>
                  <a:schemeClr val="lt1"/>
                </a:solidFill>
                <a:latin typeface="Geologica Light"/>
                <a:ea typeface="Geologica Light"/>
                <a:cs typeface="Geologica Light"/>
                <a:sym typeface="Geologica Light"/>
              </a:rPr>
              <a:t>Позиция номер один</a:t>
            </a:r>
            <a:endParaRPr b="0" i="0" sz="2200" u="none" cap="none" strike="noStrike">
              <a:solidFill>
                <a:schemeClr val="lt1"/>
              </a:solidFill>
              <a:latin typeface="Geologica Light"/>
              <a:ea typeface="Geologica Light"/>
              <a:cs typeface="Geologica Light"/>
              <a:sym typeface="Geologica Ligh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Verdana"/>
              <a:buAutoNum type="arabicPeriod"/>
            </a:pPr>
            <a:r>
              <a:rPr b="0" i="0" lang="ru" sz="2200" u="none" cap="none" strike="noStrike">
                <a:solidFill>
                  <a:schemeClr val="lt1"/>
                </a:solidFill>
                <a:latin typeface="Geologica Light"/>
                <a:ea typeface="Geologica Light"/>
                <a:cs typeface="Geologica Light"/>
                <a:sym typeface="Geologica Light"/>
              </a:rPr>
              <a:t>Позиция номер два</a:t>
            </a:r>
            <a:endParaRPr b="0" i="0" sz="2200" u="none" cap="none" strike="noStrike">
              <a:solidFill>
                <a:schemeClr val="lt1"/>
              </a:solidFill>
              <a:latin typeface="Geologica Light"/>
              <a:ea typeface="Geologica Light"/>
              <a:cs typeface="Geologica Light"/>
              <a:sym typeface="Geologica Ligh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Verdana"/>
              <a:buAutoNum type="arabicPeriod"/>
            </a:pPr>
            <a:r>
              <a:rPr b="0" i="0" lang="ru" sz="2200" u="none" cap="none" strike="noStrike">
                <a:solidFill>
                  <a:schemeClr val="lt1"/>
                </a:solidFill>
                <a:latin typeface="Geologica Light"/>
                <a:ea typeface="Geologica Light"/>
                <a:cs typeface="Geologica Light"/>
                <a:sym typeface="Geologica Light"/>
              </a:rPr>
              <a:t>Позиция номер три</a:t>
            </a:r>
            <a:endParaRPr b="0" i="0" sz="2200" u="none" cap="none" strike="noStrike">
              <a:solidFill>
                <a:schemeClr val="lt1"/>
              </a:solidFill>
              <a:latin typeface="Geologica Light"/>
              <a:ea typeface="Geologica Light"/>
              <a:cs typeface="Geologica Light"/>
              <a:sym typeface="Geologica Ligh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Verdana"/>
              <a:buChar char="●"/>
            </a:pPr>
            <a:r>
              <a:rPr b="0" i="0" lang="ru" sz="2200" u="none" cap="none" strike="noStrike">
                <a:solidFill>
                  <a:schemeClr val="lt1"/>
                </a:solidFill>
                <a:latin typeface="Geologica Light"/>
                <a:ea typeface="Geologica Light"/>
                <a:cs typeface="Geologica Light"/>
                <a:sym typeface="Geologica Light"/>
              </a:rPr>
              <a:t>Если порядок неважен, лучше использовать маркированный список</a:t>
            </a:r>
            <a:endParaRPr b="0" i="0" sz="2200" u="none" cap="none" strike="noStrike">
              <a:solidFill>
                <a:schemeClr val="lt1"/>
              </a:solidFill>
              <a:latin typeface="Geologica Light"/>
              <a:ea typeface="Geologica Light"/>
              <a:cs typeface="Geologica Light"/>
              <a:sym typeface="Geologica Light"/>
            </a:endParaRPr>
          </a:p>
        </p:txBody>
      </p:sp>
      <p:sp>
        <p:nvSpPr>
          <p:cNvPr id="170" name="Google Shape;170;p11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Geologica Light"/>
                <a:ea typeface="Geologica Light"/>
                <a:cs typeface="Geologica Light"/>
                <a:sym typeface="Geologica Light"/>
              </a:rPr>
              <a:t>‹#›</a:t>
            </a:fld>
            <a:endParaRPr>
              <a:solidFill>
                <a:srgbClr val="EFEFEF"/>
              </a:solidFill>
              <a:latin typeface="Geologica Light"/>
              <a:ea typeface="Geologica Light"/>
              <a:cs typeface="Geologica Light"/>
              <a:sym typeface="Geologica Light"/>
            </a:endParaRPr>
          </a:p>
        </p:txBody>
      </p:sp>
      <p:pic>
        <p:nvPicPr>
          <p:cNvPr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Google Shape;176;p12"/>
          <p:cNvCxnSpPr/>
          <p:nvPr/>
        </p:nvCxnSpPr>
        <p:spPr>
          <a:xfrm>
            <a:off x="613251" y="3511163"/>
            <a:ext cx="59052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12"/>
          <p:cNvCxnSpPr/>
          <p:nvPr/>
        </p:nvCxnSpPr>
        <p:spPr>
          <a:xfrm>
            <a:off x="613251" y="2984650"/>
            <a:ext cx="59052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12"/>
          <p:cNvCxnSpPr/>
          <p:nvPr/>
        </p:nvCxnSpPr>
        <p:spPr>
          <a:xfrm>
            <a:off x="613251" y="2458138"/>
            <a:ext cx="59052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12"/>
          <p:cNvCxnSpPr/>
          <p:nvPr/>
        </p:nvCxnSpPr>
        <p:spPr>
          <a:xfrm>
            <a:off x="613251" y="1931625"/>
            <a:ext cx="59052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2"/>
          <p:cNvSpPr txBox="1"/>
          <p:nvPr>
            <p:ph idx="1" type="subTitle"/>
          </p:nvPr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" sz="3600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1" sz="3600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81" name="Google Shape;181;p12"/>
          <p:cNvCxnSpPr/>
          <p:nvPr/>
        </p:nvCxnSpPr>
        <p:spPr>
          <a:xfrm>
            <a:off x="613251" y="4037675"/>
            <a:ext cx="5905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12"/>
          <p:cNvSpPr/>
          <p:nvPr/>
        </p:nvSpPr>
        <p:spPr>
          <a:xfrm>
            <a:off x="642650" y="2071600"/>
            <a:ext cx="5875867" cy="1486921"/>
          </a:xfrm>
          <a:custGeom>
            <a:rect b="b" l="l" r="r" t="t"/>
            <a:pathLst>
              <a:path extrusionOk="0" h="67457" w="250891">
                <a:moveTo>
                  <a:pt x="0" y="60519"/>
                </a:moveTo>
                <a:cubicBezTo>
                  <a:pt x="5239" y="59932"/>
                  <a:pt x="17823" y="61303"/>
                  <a:pt x="31435" y="56994"/>
                </a:cubicBezTo>
                <a:cubicBezTo>
                  <a:pt x="45047" y="52685"/>
                  <a:pt x="66151" y="32952"/>
                  <a:pt x="81672" y="34666"/>
                </a:cubicBezTo>
                <a:cubicBezTo>
                  <a:pt x="97194" y="36380"/>
                  <a:pt x="111344" y="70214"/>
                  <a:pt x="124564" y="67276"/>
                </a:cubicBezTo>
                <a:cubicBezTo>
                  <a:pt x="137784" y="64338"/>
                  <a:pt x="150025" y="25020"/>
                  <a:pt x="160993" y="17039"/>
                </a:cubicBezTo>
                <a:cubicBezTo>
                  <a:pt x="171961" y="9058"/>
                  <a:pt x="180725" y="21641"/>
                  <a:pt x="190371" y="19389"/>
                </a:cubicBezTo>
                <a:cubicBezTo>
                  <a:pt x="200017" y="17137"/>
                  <a:pt x="208781" y="6757"/>
                  <a:pt x="218868" y="3525"/>
                </a:cubicBezTo>
                <a:cubicBezTo>
                  <a:pt x="228955" y="294"/>
                  <a:pt x="245554" y="588"/>
                  <a:pt x="250891" y="0"/>
                </a:cubicBezTo>
              </a:path>
            </a:pathLst>
          </a:custGeom>
          <a:noFill/>
          <a:ln cap="flat" cmpd="sng" w="76200">
            <a:solidFill>
              <a:srgbClr val="46CDA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33A3D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635300" y="2071600"/>
            <a:ext cx="5883250" cy="1616954"/>
          </a:xfrm>
          <a:custGeom>
            <a:rect b="b" l="l" r="r" t="t"/>
            <a:pathLst>
              <a:path extrusionOk="0" h="85474" w="260292">
                <a:moveTo>
                  <a:pt x="0" y="44050"/>
                </a:moveTo>
                <a:cubicBezTo>
                  <a:pt x="1616" y="43952"/>
                  <a:pt x="784" y="41602"/>
                  <a:pt x="9695" y="43463"/>
                </a:cubicBezTo>
                <a:cubicBezTo>
                  <a:pt x="18607" y="45324"/>
                  <a:pt x="37850" y="57222"/>
                  <a:pt x="53469" y="55214"/>
                </a:cubicBezTo>
                <a:cubicBezTo>
                  <a:pt x="69089" y="53207"/>
                  <a:pt x="90535" y="34503"/>
                  <a:pt x="103412" y="31418"/>
                </a:cubicBezTo>
                <a:cubicBezTo>
                  <a:pt x="116290" y="28333"/>
                  <a:pt x="117514" y="41749"/>
                  <a:pt x="130734" y="36706"/>
                </a:cubicBezTo>
                <a:cubicBezTo>
                  <a:pt x="143954" y="31663"/>
                  <a:pt x="161140" y="-6970"/>
                  <a:pt x="182733" y="1158"/>
                </a:cubicBezTo>
                <a:cubicBezTo>
                  <a:pt x="204326" y="9286"/>
                  <a:pt x="247366" y="71421"/>
                  <a:pt x="260292" y="85474"/>
                </a:cubicBezTo>
              </a:path>
            </a:pathLst>
          </a:custGeom>
          <a:noFill/>
          <a:ln cap="flat" cmpd="sng" w="76200">
            <a:solidFill>
              <a:srgbClr val="E2489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642650" y="1492575"/>
            <a:ext cx="105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400</a:t>
            </a:r>
            <a:endParaRPr b="0" i="0" sz="17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642650" y="3574900"/>
            <a:ext cx="105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</a:t>
            </a:r>
            <a:endParaRPr b="0" i="0" sz="17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642650" y="2533740"/>
            <a:ext cx="105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200</a:t>
            </a:r>
            <a:endParaRPr b="0" i="0" sz="17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42650" y="4401225"/>
            <a:ext cx="257100" cy="257100"/>
          </a:xfrm>
          <a:prstGeom prst="ellipse">
            <a:avLst/>
          </a:prstGeom>
          <a:solidFill>
            <a:srgbClr val="46CD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031925" y="4343525"/>
            <a:ext cx="196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Бирюзовая линия</a:t>
            </a:r>
            <a:endParaRPr b="0" i="0" sz="1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3169175" y="4401225"/>
            <a:ext cx="257100" cy="257100"/>
          </a:xfrm>
          <a:prstGeom prst="ellipse">
            <a:avLst/>
          </a:prstGeom>
          <a:solidFill>
            <a:srgbClr val="E248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3558450" y="4343525"/>
            <a:ext cx="196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Розовая линия</a:t>
            </a:r>
            <a:endParaRPr b="0" i="0" sz="1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4388561" y="1430675"/>
            <a:ext cx="1131000" cy="400200"/>
          </a:xfrm>
          <a:prstGeom prst="wedgeRectCallout">
            <a:avLst>
              <a:gd fmla="val -31657" name="adj1"/>
              <a:gd fmla="val 89861" name="adj2"/>
            </a:avLst>
          </a:prstGeom>
          <a:solidFill>
            <a:srgbClr val="E248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5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379 max</a:t>
            </a:r>
            <a:endParaRPr b="0" i="0" sz="15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3973511" y="3404525"/>
            <a:ext cx="1131000" cy="400200"/>
          </a:xfrm>
          <a:prstGeom prst="wedgeRectCallout">
            <a:avLst>
              <a:gd fmla="val -72413" name="adj1"/>
              <a:gd fmla="val 9564" name="adj2"/>
            </a:avLst>
          </a:prstGeom>
          <a:solidFill>
            <a:srgbClr val="46CD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5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96 min</a:t>
            </a:r>
            <a:endParaRPr b="1" i="0" sz="15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5519550" y="43204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5" name="Google Shape;1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9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49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9"/>
          <p:cNvSpPr txBox="1"/>
          <p:nvPr/>
        </p:nvSpPr>
        <p:spPr>
          <a:xfrm>
            <a:off x="1121134" y="1776300"/>
            <a:ext cx="2942866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2" lvl="0" marL="0" marR="5085" rtl="0" algn="l">
              <a:lnSpc>
                <a:spcPct val="1296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49"/>
          <p:cNvSpPr txBox="1"/>
          <p:nvPr/>
        </p:nvSpPr>
        <p:spPr>
          <a:xfrm>
            <a:off x="468727" y="1652345"/>
            <a:ext cx="652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23133e1bb_16_60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g3523133e1bb_16_60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3523133e1bb_16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523133e1bb_16_60"/>
          <p:cNvSpPr txBox="1"/>
          <p:nvPr/>
        </p:nvSpPr>
        <p:spPr>
          <a:xfrm>
            <a:off x="1121134" y="1776300"/>
            <a:ext cx="2942866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2" lvl="0" marL="0" marR="5085" rtl="0" algn="l">
              <a:lnSpc>
                <a:spcPct val="1296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g3523133e1bb_16_60"/>
          <p:cNvSpPr txBox="1"/>
          <p:nvPr/>
        </p:nvSpPr>
        <p:spPr>
          <a:xfrm>
            <a:off x="4919728" y="1776300"/>
            <a:ext cx="2522472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2" lvl="0" marL="0" marR="5085" rtl="0" algn="l">
              <a:lnSpc>
                <a:spcPct val="1296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g3523133e1bb_16_60"/>
          <p:cNvSpPr txBox="1"/>
          <p:nvPr/>
        </p:nvSpPr>
        <p:spPr>
          <a:xfrm>
            <a:off x="468727" y="1652345"/>
            <a:ext cx="652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5" name="Google Shape;215;g3523133e1bb_16_60"/>
          <p:cNvSpPr txBox="1"/>
          <p:nvPr/>
        </p:nvSpPr>
        <p:spPr>
          <a:xfrm>
            <a:off x="4245796" y="1641493"/>
            <a:ext cx="652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23133e1bb_16_81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g3523133e1bb_16_81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g3523133e1bb_16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523133e1bb_16_81"/>
          <p:cNvSpPr txBox="1"/>
          <p:nvPr/>
        </p:nvSpPr>
        <p:spPr>
          <a:xfrm>
            <a:off x="1121134" y="1776300"/>
            <a:ext cx="2942866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2" lvl="0" marL="0" marR="5085" rtl="0" algn="l">
              <a:lnSpc>
                <a:spcPct val="1296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g3523133e1bb_16_81"/>
          <p:cNvSpPr txBox="1"/>
          <p:nvPr/>
        </p:nvSpPr>
        <p:spPr>
          <a:xfrm>
            <a:off x="4919728" y="1776300"/>
            <a:ext cx="2522472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2" lvl="0" marL="0" marR="5085" rtl="0" algn="l">
              <a:lnSpc>
                <a:spcPct val="1296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3523133e1bb_16_81"/>
          <p:cNvSpPr txBox="1"/>
          <p:nvPr/>
        </p:nvSpPr>
        <p:spPr>
          <a:xfrm>
            <a:off x="468727" y="1652345"/>
            <a:ext cx="652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6" name="Google Shape;226;g3523133e1bb_16_81"/>
          <p:cNvSpPr txBox="1"/>
          <p:nvPr/>
        </p:nvSpPr>
        <p:spPr>
          <a:xfrm>
            <a:off x="4245796" y="1641493"/>
            <a:ext cx="652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7" name="Google Shape;227;g3523133e1bb_16_81"/>
          <p:cNvSpPr txBox="1"/>
          <p:nvPr/>
        </p:nvSpPr>
        <p:spPr>
          <a:xfrm>
            <a:off x="1118807" y="3402185"/>
            <a:ext cx="2764694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2" lvl="0" marL="0" marR="5085" rtl="0" algn="l">
              <a:lnSpc>
                <a:spcPct val="1296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g3523133e1bb_16_81"/>
          <p:cNvSpPr txBox="1"/>
          <p:nvPr/>
        </p:nvSpPr>
        <p:spPr>
          <a:xfrm>
            <a:off x="466400" y="3278230"/>
            <a:ext cx="652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23133e1bb_16_97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g3523133e1bb_16_97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523133e1bb_16_97"/>
          <p:cNvSpPr txBox="1"/>
          <p:nvPr/>
        </p:nvSpPr>
        <p:spPr>
          <a:xfrm>
            <a:off x="1121134" y="1776300"/>
            <a:ext cx="2942866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2" lvl="0" marL="0" marR="5085" rtl="0" algn="l">
              <a:lnSpc>
                <a:spcPct val="1296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g3523133e1bb_16_97"/>
          <p:cNvSpPr txBox="1"/>
          <p:nvPr/>
        </p:nvSpPr>
        <p:spPr>
          <a:xfrm>
            <a:off x="4919728" y="1776300"/>
            <a:ext cx="2522472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2" lvl="0" marL="0" marR="5085" rtl="0" algn="l">
              <a:lnSpc>
                <a:spcPct val="1296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g3523133e1bb_16_97"/>
          <p:cNvSpPr txBox="1"/>
          <p:nvPr/>
        </p:nvSpPr>
        <p:spPr>
          <a:xfrm>
            <a:off x="468727" y="1652345"/>
            <a:ext cx="652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38" name="Google Shape;238;g3523133e1bb_16_97"/>
          <p:cNvSpPr txBox="1"/>
          <p:nvPr/>
        </p:nvSpPr>
        <p:spPr>
          <a:xfrm>
            <a:off x="4245796" y="1641493"/>
            <a:ext cx="652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39" name="Google Shape;239;g3523133e1bb_16_97"/>
          <p:cNvSpPr txBox="1"/>
          <p:nvPr/>
        </p:nvSpPr>
        <p:spPr>
          <a:xfrm>
            <a:off x="1118807" y="3402185"/>
            <a:ext cx="2764694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2" lvl="0" marL="0" marR="5085" rtl="0" algn="l">
              <a:lnSpc>
                <a:spcPct val="1296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g3523133e1bb_16_97"/>
          <p:cNvSpPr txBox="1"/>
          <p:nvPr/>
        </p:nvSpPr>
        <p:spPr>
          <a:xfrm>
            <a:off x="4917400" y="3402185"/>
            <a:ext cx="3103138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2" lvl="0" marL="0" marR="5085" rtl="0" algn="l">
              <a:lnSpc>
                <a:spcPct val="1296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g3523133e1bb_16_97"/>
          <p:cNvSpPr txBox="1"/>
          <p:nvPr/>
        </p:nvSpPr>
        <p:spPr>
          <a:xfrm>
            <a:off x="466400" y="3278230"/>
            <a:ext cx="652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2" name="Google Shape;242;g3523133e1bb_16_97"/>
          <p:cNvSpPr txBox="1"/>
          <p:nvPr/>
        </p:nvSpPr>
        <p:spPr>
          <a:xfrm>
            <a:off x="4243469" y="3267378"/>
            <a:ext cx="6525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43" name="Google Shape;243;g3523133e1bb_16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0"/>
          <p:cNvSpPr/>
          <p:nvPr/>
        </p:nvSpPr>
        <p:spPr>
          <a:xfrm>
            <a:off x="548640" y="3189974"/>
            <a:ext cx="3474720" cy="1317735"/>
          </a:xfrm>
          <a:prstGeom prst="roundRect">
            <a:avLst>
              <a:gd fmla="val 9353" name="adj"/>
            </a:avLst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0"/>
          <p:cNvSpPr/>
          <p:nvPr/>
        </p:nvSpPr>
        <p:spPr>
          <a:xfrm>
            <a:off x="548640" y="1583251"/>
            <a:ext cx="3474720" cy="1317735"/>
          </a:xfrm>
          <a:prstGeom prst="roundRect">
            <a:avLst>
              <a:gd fmla="val 9353" name="adj"/>
            </a:avLst>
          </a:prstGeom>
          <a:solidFill>
            <a:srgbClr val="46CDAE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0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50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0"/>
          <p:cNvSpPr txBox="1"/>
          <p:nvPr/>
        </p:nvSpPr>
        <p:spPr>
          <a:xfrm>
            <a:off x="1275017" y="1716828"/>
            <a:ext cx="2538700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и этапы можно отобразить как в виде списка, так и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50"/>
          <p:cNvSpPr txBox="1"/>
          <p:nvPr/>
        </p:nvSpPr>
        <p:spPr>
          <a:xfrm>
            <a:off x="5299634" y="1716828"/>
            <a:ext cx="2506220" cy="1021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50"/>
          <p:cNvSpPr txBox="1"/>
          <p:nvPr/>
        </p:nvSpPr>
        <p:spPr>
          <a:xfrm>
            <a:off x="719378" y="1652345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5" name="Google Shape;255;p50"/>
          <p:cNvSpPr txBox="1"/>
          <p:nvPr/>
        </p:nvSpPr>
        <p:spPr>
          <a:xfrm>
            <a:off x="4625702" y="1641493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6" name="Google Shape;256;p50"/>
          <p:cNvSpPr txBox="1"/>
          <p:nvPr/>
        </p:nvSpPr>
        <p:spPr>
          <a:xfrm>
            <a:off x="1272690" y="3342713"/>
            <a:ext cx="2681001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50"/>
          <p:cNvSpPr txBox="1"/>
          <p:nvPr/>
        </p:nvSpPr>
        <p:spPr>
          <a:xfrm>
            <a:off x="5297307" y="3342713"/>
            <a:ext cx="2574003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и этапы можно отобразить как в виде списка, так и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50"/>
          <p:cNvSpPr txBox="1"/>
          <p:nvPr/>
        </p:nvSpPr>
        <p:spPr>
          <a:xfrm>
            <a:off x="717051" y="3278230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9" name="Google Shape;259;p50"/>
          <p:cNvSpPr txBox="1"/>
          <p:nvPr/>
        </p:nvSpPr>
        <p:spPr>
          <a:xfrm>
            <a:off x="4623375" y="3267378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0" name="Google Shape;260;p50"/>
          <p:cNvSpPr/>
          <p:nvPr/>
        </p:nvSpPr>
        <p:spPr>
          <a:xfrm>
            <a:off x="4396590" y="1583251"/>
            <a:ext cx="3474720" cy="1317735"/>
          </a:xfrm>
          <a:prstGeom prst="roundRect">
            <a:avLst>
              <a:gd fmla="val 9353" name="adj"/>
            </a:avLst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0"/>
          <p:cNvSpPr/>
          <p:nvPr/>
        </p:nvSpPr>
        <p:spPr>
          <a:xfrm>
            <a:off x="4452222" y="3189974"/>
            <a:ext cx="3474720" cy="1317735"/>
          </a:xfrm>
          <a:prstGeom prst="roundRect">
            <a:avLst>
              <a:gd fmla="val 9353" name="adj"/>
            </a:avLst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C3B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23133e1bb_16_113"/>
          <p:cNvSpPr/>
          <p:nvPr/>
        </p:nvSpPr>
        <p:spPr>
          <a:xfrm>
            <a:off x="4396590" y="1583251"/>
            <a:ext cx="3474720" cy="1317735"/>
          </a:xfrm>
          <a:prstGeom prst="roundRect">
            <a:avLst>
              <a:gd fmla="val 9353" name="adj"/>
            </a:avLst>
          </a:prstGeom>
          <a:solidFill>
            <a:srgbClr val="46CDAE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523133e1bb_16_113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g3523133e1bb_16_113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g3523133e1bb_16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523133e1bb_16_113"/>
          <p:cNvSpPr/>
          <p:nvPr/>
        </p:nvSpPr>
        <p:spPr>
          <a:xfrm>
            <a:off x="548640" y="3189974"/>
            <a:ext cx="3474720" cy="1317735"/>
          </a:xfrm>
          <a:prstGeom prst="roundRect">
            <a:avLst>
              <a:gd fmla="val 9353" name="adj"/>
            </a:avLst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523133e1bb_16_113"/>
          <p:cNvSpPr/>
          <p:nvPr/>
        </p:nvSpPr>
        <p:spPr>
          <a:xfrm>
            <a:off x="548640" y="1583251"/>
            <a:ext cx="3474720" cy="1317735"/>
          </a:xfrm>
          <a:prstGeom prst="roundRect">
            <a:avLst>
              <a:gd fmla="val 9353" name="adj"/>
            </a:avLst>
          </a:prstGeom>
          <a:solidFill>
            <a:srgbClr val="46CDAE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523133e1bb_16_113"/>
          <p:cNvSpPr txBox="1"/>
          <p:nvPr/>
        </p:nvSpPr>
        <p:spPr>
          <a:xfrm>
            <a:off x="1275017" y="1716828"/>
            <a:ext cx="2538700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и этапы можно отобразить как в виде списка, так и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g3523133e1bb_16_113"/>
          <p:cNvSpPr txBox="1"/>
          <p:nvPr/>
        </p:nvSpPr>
        <p:spPr>
          <a:xfrm>
            <a:off x="5299634" y="1716828"/>
            <a:ext cx="2506220" cy="1021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g3523133e1bb_16_113"/>
          <p:cNvSpPr txBox="1"/>
          <p:nvPr/>
        </p:nvSpPr>
        <p:spPr>
          <a:xfrm>
            <a:off x="719378" y="1652345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6" name="Google Shape;276;g3523133e1bb_16_113"/>
          <p:cNvSpPr txBox="1"/>
          <p:nvPr/>
        </p:nvSpPr>
        <p:spPr>
          <a:xfrm>
            <a:off x="4625702" y="1641493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7" name="Google Shape;277;g3523133e1bb_16_113"/>
          <p:cNvSpPr txBox="1"/>
          <p:nvPr/>
        </p:nvSpPr>
        <p:spPr>
          <a:xfrm>
            <a:off x="1272690" y="3342713"/>
            <a:ext cx="2681001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g3523133e1bb_16_113"/>
          <p:cNvSpPr txBox="1"/>
          <p:nvPr/>
        </p:nvSpPr>
        <p:spPr>
          <a:xfrm>
            <a:off x="5297307" y="3342713"/>
            <a:ext cx="2574003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и этапы можно отобразить как в виде списка, так и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g3523133e1bb_16_113"/>
          <p:cNvSpPr txBox="1"/>
          <p:nvPr/>
        </p:nvSpPr>
        <p:spPr>
          <a:xfrm>
            <a:off x="717051" y="3278230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0" name="Google Shape;280;g3523133e1bb_16_113"/>
          <p:cNvSpPr txBox="1"/>
          <p:nvPr/>
        </p:nvSpPr>
        <p:spPr>
          <a:xfrm>
            <a:off x="4623375" y="3267378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1" name="Google Shape;281;g3523133e1bb_16_113"/>
          <p:cNvSpPr/>
          <p:nvPr/>
        </p:nvSpPr>
        <p:spPr>
          <a:xfrm>
            <a:off x="4452222" y="3189974"/>
            <a:ext cx="3474720" cy="1317735"/>
          </a:xfrm>
          <a:prstGeom prst="roundRect">
            <a:avLst>
              <a:gd fmla="val 9353" name="adj"/>
            </a:avLst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C3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23133e1bb_16_133"/>
          <p:cNvSpPr/>
          <p:nvPr/>
        </p:nvSpPr>
        <p:spPr>
          <a:xfrm>
            <a:off x="548640" y="3189974"/>
            <a:ext cx="3474720" cy="1317735"/>
          </a:xfrm>
          <a:prstGeom prst="roundRect">
            <a:avLst>
              <a:gd fmla="val 9353" name="adj"/>
            </a:avLst>
          </a:prstGeom>
          <a:solidFill>
            <a:srgbClr val="46CDAE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523133e1bb_16_133"/>
          <p:cNvSpPr/>
          <p:nvPr/>
        </p:nvSpPr>
        <p:spPr>
          <a:xfrm>
            <a:off x="4396590" y="1583251"/>
            <a:ext cx="3474720" cy="1317735"/>
          </a:xfrm>
          <a:prstGeom prst="roundRect">
            <a:avLst>
              <a:gd fmla="val 9353" name="adj"/>
            </a:avLst>
          </a:prstGeom>
          <a:solidFill>
            <a:srgbClr val="46CDAE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523133e1bb_16_133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g3523133e1bb_16_133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g3523133e1bb_16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523133e1bb_16_133"/>
          <p:cNvSpPr/>
          <p:nvPr/>
        </p:nvSpPr>
        <p:spPr>
          <a:xfrm>
            <a:off x="548640" y="1583251"/>
            <a:ext cx="3474720" cy="1317735"/>
          </a:xfrm>
          <a:prstGeom prst="roundRect">
            <a:avLst>
              <a:gd fmla="val 9353" name="adj"/>
            </a:avLst>
          </a:prstGeom>
          <a:solidFill>
            <a:srgbClr val="46CDAE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523133e1bb_16_133"/>
          <p:cNvSpPr txBox="1"/>
          <p:nvPr/>
        </p:nvSpPr>
        <p:spPr>
          <a:xfrm>
            <a:off x="1275017" y="1716828"/>
            <a:ext cx="2538700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и этапы можно отобразить как в виде списка, так и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g3523133e1bb_16_133"/>
          <p:cNvSpPr txBox="1"/>
          <p:nvPr/>
        </p:nvSpPr>
        <p:spPr>
          <a:xfrm>
            <a:off x="5299634" y="1716828"/>
            <a:ext cx="2506220" cy="1021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g3523133e1bb_16_133"/>
          <p:cNvSpPr txBox="1"/>
          <p:nvPr/>
        </p:nvSpPr>
        <p:spPr>
          <a:xfrm>
            <a:off x="719378" y="1652345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95" name="Google Shape;295;g3523133e1bb_16_133"/>
          <p:cNvSpPr txBox="1"/>
          <p:nvPr/>
        </p:nvSpPr>
        <p:spPr>
          <a:xfrm>
            <a:off x="4625702" y="1641493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96" name="Google Shape;296;g3523133e1bb_16_133"/>
          <p:cNvSpPr txBox="1"/>
          <p:nvPr/>
        </p:nvSpPr>
        <p:spPr>
          <a:xfrm>
            <a:off x="1272690" y="3342713"/>
            <a:ext cx="2681001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g3523133e1bb_16_133"/>
          <p:cNvSpPr txBox="1"/>
          <p:nvPr/>
        </p:nvSpPr>
        <p:spPr>
          <a:xfrm>
            <a:off x="5297307" y="3342713"/>
            <a:ext cx="2574003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и этапы можно отобразить как в виде списка, так и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g3523133e1bb_16_133"/>
          <p:cNvSpPr txBox="1"/>
          <p:nvPr/>
        </p:nvSpPr>
        <p:spPr>
          <a:xfrm>
            <a:off x="717051" y="3278230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99" name="Google Shape;299;g3523133e1bb_16_133"/>
          <p:cNvSpPr txBox="1"/>
          <p:nvPr/>
        </p:nvSpPr>
        <p:spPr>
          <a:xfrm>
            <a:off x="4623375" y="3267378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00" name="Google Shape;300;g3523133e1bb_16_133"/>
          <p:cNvSpPr/>
          <p:nvPr/>
        </p:nvSpPr>
        <p:spPr>
          <a:xfrm>
            <a:off x="4452222" y="3189974"/>
            <a:ext cx="3474720" cy="1317735"/>
          </a:xfrm>
          <a:prstGeom prst="roundRect">
            <a:avLst>
              <a:gd fmla="val 9353" name="adj"/>
            </a:avLst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23133e1bb_16_153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g3523133e1bb_16_153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g3523133e1bb_16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523133e1bb_16_153"/>
          <p:cNvSpPr/>
          <p:nvPr/>
        </p:nvSpPr>
        <p:spPr>
          <a:xfrm>
            <a:off x="548640" y="3189974"/>
            <a:ext cx="3474720" cy="1317735"/>
          </a:xfrm>
          <a:prstGeom prst="roundRect">
            <a:avLst>
              <a:gd fmla="val 9353" name="adj"/>
            </a:avLst>
          </a:prstGeom>
          <a:solidFill>
            <a:srgbClr val="46CDAE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523133e1bb_16_153"/>
          <p:cNvSpPr/>
          <p:nvPr/>
        </p:nvSpPr>
        <p:spPr>
          <a:xfrm>
            <a:off x="548640" y="1583251"/>
            <a:ext cx="3474720" cy="1317735"/>
          </a:xfrm>
          <a:prstGeom prst="roundRect">
            <a:avLst>
              <a:gd fmla="val 9353" name="adj"/>
            </a:avLst>
          </a:prstGeom>
          <a:solidFill>
            <a:srgbClr val="46CDAE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523133e1bb_16_153"/>
          <p:cNvSpPr txBox="1"/>
          <p:nvPr/>
        </p:nvSpPr>
        <p:spPr>
          <a:xfrm>
            <a:off x="1275017" y="1716828"/>
            <a:ext cx="2538700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и этапы можно отобразить как в виде списка, так и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g3523133e1bb_16_153"/>
          <p:cNvSpPr txBox="1"/>
          <p:nvPr/>
        </p:nvSpPr>
        <p:spPr>
          <a:xfrm>
            <a:off x="5299634" y="1716828"/>
            <a:ext cx="2506220" cy="1021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g3523133e1bb_16_153"/>
          <p:cNvSpPr txBox="1"/>
          <p:nvPr/>
        </p:nvSpPr>
        <p:spPr>
          <a:xfrm>
            <a:off x="719378" y="1652345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3" name="Google Shape;313;g3523133e1bb_16_153"/>
          <p:cNvSpPr txBox="1"/>
          <p:nvPr/>
        </p:nvSpPr>
        <p:spPr>
          <a:xfrm>
            <a:off x="4625702" y="1641493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4" name="Google Shape;314;g3523133e1bb_16_153"/>
          <p:cNvSpPr txBox="1"/>
          <p:nvPr/>
        </p:nvSpPr>
        <p:spPr>
          <a:xfrm>
            <a:off x="1272690" y="3342713"/>
            <a:ext cx="2681001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g3523133e1bb_16_153"/>
          <p:cNvSpPr txBox="1"/>
          <p:nvPr/>
        </p:nvSpPr>
        <p:spPr>
          <a:xfrm>
            <a:off x="5297307" y="3342713"/>
            <a:ext cx="2574003" cy="12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13351" lvl="0" marL="0" marR="5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и этапы можно отобразить как в виде списка, так и подобными схемами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g3523133e1bb_16_153"/>
          <p:cNvSpPr txBox="1"/>
          <p:nvPr/>
        </p:nvSpPr>
        <p:spPr>
          <a:xfrm>
            <a:off x="717051" y="3278230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7" name="Google Shape;317;g3523133e1bb_16_153"/>
          <p:cNvSpPr txBox="1"/>
          <p:nvPr/>
        </p:nvSpPr>
        <p:spPr>
          <a:xfrm>
            <a:off x="4623375" y="3267378"/>
            <a:ext cx="65240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b="1" i="0" sz="36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8" name="Google Shape;318;g3523133e1bb_16_153"/>
          <p:cNvSpPr/>
          <p:nvPr/>
        </p:nvSpPr>
        <p:spPr>
          <a:xfrm>
            <a:off x="4396590" y="1583251"/>
            <a:ext cx="3474720" cy="1317735"/>
          </a:xfrm>
          <a:prstGeom prst="roundRect">
            <a:avLst>
              <a:gd fmla="val 9353" name="adj"/>
            </a:avLst>
          </a:prstGeom>
          <a:solidFill>
            <a:srgbClr val="46CDAE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523133e1bb_16_153"/>
          <p:cNvSpPr/>
          <p:nvPr/>
        </p:nvSpPr>
        <p:spPr>
          <a:xfrm>
            <a:off x="4452222" y="3189974"/>
            <a:ext cx="3474720" cy="1317735"/>
          </a:xfrm>
          <a:prstGeom prst="roundRect">
            <a:avLst>
              <a:gd fmla="val 9353" name="adj"/>
            </a:avLst>
          </a:prstGeom>
          <a:solidFill>
            <a:srgbClr val="46CDAE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caa18d204_2_128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g34caa18d204_2_128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g34caa18d204_2_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4caa18d204_2_128"/>
          <p:cNvSpPr txBox="1"/>
          <p:nvPr/>
        </p:nvSpPr>
        <p:spPr>
          <a:xfrm>
            <a:off x="599932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g34caa18d204_2_128"/>
          <p:cNvSpPr txBox="1"/>
          <p:nvPr/>
        </p:nvSpPr>
        <p:spPr>
          <a:xfrm>
            <a:off x="599932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1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g34caa18d204_2_128"/>
          <p:cNvSpPr txBox="1"/>
          <p:nvPr/>
        </p:nvSpPr>
        <p:spPr>
          <a:xfrm>
            <a:off x="2622474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g34caa18d204_2_128"/>
          <p:cNvSpPr txBox="1"/>
          <p:nvPr/>
        </p:nvSpPr>
        <p:spPr>
          <a:xfrm>
            <a:off x="2622474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2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g34caa18d204_2_128"/>
          <p:cNvSpPr txBox="1"/>
          <p:nvPr/>
        </p:nvSpPr>
        <p:spPr>
          <a:xfrm>
            <a:off x="4703175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g34caa18d204_2_128"/>
          <p:cNvSpPr txBox="1"/>
          <p:nvPr/>
        </p:nvSpPr>
        <p:spPr>
          <a:xfrm>
            <a:off x="4703175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3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g34caa18d204_2_128"/>
          <p:cNvSpPr txBox="1"/>
          <p:nvPr/>
        </p:nvSpPr>
        <p:spPr>
          <a:xfrm>
            <a:off x="6790100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g34caa18d204_2_128"/>
          <p:cNvSpPr txBox="1"/>
          <p:nvPr/>
        </p:nvSpPr>
        <p:spPr>
          <a:xfrm>
            <a:off x="6790100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4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35" name="Google Shape;335;g34caa18d204_2_128"/>
          <p:cNvGrpSpPr/>
          <p:nvPr/>
        </p:nvGrpSpPr>
        <p:grpSpPr>
          <a:xfrm>
            <a:off x="548640" y="1696411"/>
            <a:ext cx="8011212" cy="823887"/>
            <a:chOff x="548640" y="2603468"/>
            <a:chExt cx="8011212" cy="823887"/>
          </a:xfrm>
        </p:grpSpPr>
        <p:sp>
          <p:nvSpPr>
            <p:cNvPr id="336" name="Google Shape;336;g34caa18d204_2_128"/>
            <p:cNvSpPr/>
            <p:nvPr/>
          </p:nvSpPr>
          <p:spPr>
            <a:xfrm>
              <a:off x="2298685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46CDA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4caa18d204_2_128"/>
            <p:cNvSpPr/>
            <p:nvPr/>
          </p:nvSpPr>
          <p:spPr>
            <a:xfrm>
              <a:off x="4276408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46CDA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4caa18d204_2_128"/>
            <p:cNvSpPr/>
            <p:nvPr/>
          </p:nvSpPr>
          <p:spPr>
            <a:xfrm>
              <a:off x="6261252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46CDA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34caa18d204_2_128"/>
            <p:cNvSpPr/>
            <p:nvPr/>
          </p:nvSpPr>
          <p:spPr>
            <a:xfrm>
              <a:off x="548640" y="2603468"/>
              <a:ext cx="2073834" cy="821717"/>
            </a:xfrm>
            <a:custGeom>
              <a:rect b="b" l="l" r="r" t="t"/>
              <a:pathLst>
                <a:path extrusionOk="0" h="821717" w="2073834">
                  <a:moveTo>
                    <a:pt x="0" y="0"/>
                  </a:moveTo>
                  <a:lnTo>
                    <a:pt x="1662976" y="0"/>
                  </a:lnTo>
                  <a:lnTo>
                    <a:pt x="2073834" y="410859"/>
                  </a:lnTo>
                  <a:lnTo>
                    <a:pt x="1662976" y="821717"/>
                  </a:lnTo>
                  <a:lnTo>
                    <a:pt x="0" y="821717"/>
                  </a:lnTo>
                  <a:cubicBezTo>
                    <a:pt x="1486" y="682772"/>
                    <a:pt x="2973" y="543828"/>
                    <a:pt x="4459" y="404883"/>
                  </a:cubicBezTo>
                  <a:cubicBezTo>
                    <a:pt x="2973" y="269922"/>
                    <a:pt x="1486" y="134961"/>
                    <a:pt x="0" y="0"/>
                  </a:cubicBezTo>
                  <a:close/>
                </a:path>
              </a:pathLst>
            </a:custGeom>
            <a:solidFill>
              <a:srgbClr val="E248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0" name="Google Shape;340;g34caa18d204_2_128"/>
          <p:cNvSpPr txBox="1"/>
          <p:nvPr/>
        </p:nvSpPr>
        <p:spPr>
          <a:xfrm>
            <a:off x="1043243" y="1825833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g34caa18d204_2_128"/>
          <p:cNvSpPr txBox="1"/>
          <p:nvPr/>
        </p:nvSpPr>
        <p:spPr>
          <a:xfrm>
            <a:off x="3071966" y="1825832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g34caa18d204_2_128"/>
          <p:cNvSpPr txBox="1"/>
          <p:nvPr/>
        </p:nvSpPr>
        <p:spPr>
          <a:xfrm>
            <a:off x="5037766" y="1825831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g34caa18d204_2_128"/>
          <p:cNvSpPr txBox="1"/>
          <p:nvPr/>
        </p:nvSpPr>
        <p:spPr>
          <a:xfrm>
            <a:off x="7028077" y="1825830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4caa18d204_2_160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g34caa18d204_2_160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g34caa18d204_2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4caa18d204_2_160"/>
          <p:cNvSpPr txBox="1"/>
          <p:nvPr/>
        </p:nvSpPr>
        <p:spPr>
          <a:xfrm>
            <a:off x="599932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g34caa18d204_2_160"/>
          <p:cNvSpPr txBox="1"/>
          <p:nvPr/>
        </p:nvSpPr>
        <p:spPr>
          <a:xfrm>
            <a:off x="599932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1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g34caa18d204_2_160"/>
          <p:cNvSpPr txBox="1"/>
          <p:nvPr/>
        </p:nvSpPr>
        <p:spPr>
          <a:xfrm>
            <a:off x="2622474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g34caa18d204_2_160"/>
          <p:cNvSpPr txBox="1"/>
          <p:nvPr/>
        </p:nvSpPr>
        <p:spPr>
          <a:xfrm>
            <a:off x="2622474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2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g34caa18d204_2_160"/>
          <p:cNvSpPr txBox="1"/>
          <p:nvPr/>
        </p:nvSpPr>
        <p:spPr>
          <a:xfrm>
            <a:off x="4703175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g34caa18d204_2_160"/>
          <p:cNvSpPr txBox="1"/>
          <p:nvPr/>
        </p:nvSpPr>
        <p:spPr>
          <a:xfrm>
            <a:off x="4703175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3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g34caa18d204_2_160"/>
          <p:cNvSpPr txBox="1"/>
          <p:nvPr/>
        </p:nvSpPr>
        <p:spPr>
          <a:xfrm>
            <a:off x="6790100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g34caa18d204_2_160"/>
          <p:cNvSpPr txBox="1"/>
          <p:nvPr/>
        </p:nvSpPr>
        <p:spPr>
          <a:xfrm>
            <a:off x="6790100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4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59" name="Google Shape;359;g34caa18d204_2_160"/>
          <p:cNvGrpSpPr/>
          <p:nvPr/>
        </p:nvGrpSpPr>
        <p:grpSpPr>
          <a:xfrm>
            <a:off x="548640" y="1696411"/>
            <a:ext cx="8011212" cy="823887"/>
            <a:chOff x="548640" y="2603468"/>
            <a:chExt cx="8011212" cy="823887"/>
          </a:xfrm>
        </p:grpSpPr>
        <p:sp>
          <p:nvSpPr>
            <p:cNvPr id="360" name="Google Shape;360;g34caa18d204_2_160"/>
            <p:cNvSpPr/>
            <p:nvPr/>
          </p:nvSpPr>
          <p:spPr>
            <a:xfrm>
              <a:off x="2298685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E248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34caa18d204_2_160"/>
            <p:cNvSpPr/>
            <p:nvPr/>
          </p:nvSpPr>
          <p:spPr>
            <a:xfrm>
              <a:off x="4276408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46CDA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34caa18d204_2_160"/>
            <p:cNvSpPr/>
            <p:nvPr/>
          </p:nvSpPr>
          <p:spPr>
            <a:xfrm>
              <a:off x="6261252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46CDA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34caa18d204_2_160"/>
            <p:cNvSpPr/>
            <p:nvPr/>
          </p:nvSpPr>
          <p:spPr>
            <a:xfrm>
              <a:off x="548640" y="2603468"/>
              <a:ext cx="2073834" cy="821717"/>
            </a:xfrm>
            <a:custGeom>
              <a:rect b="b" l="l" r="r" t="t"/>
              <a:pathLst>
                <a:path extrusionOk="0" h="821717" w="2073834">
                  <a:moveTo>
                    <a:pt x="0" y="0"/>
                  </a:moveTo>
                  <a:lnTo>
                    <a:pt x="1662976" y="0"/>
                  </a:lnTo>
                  <a:lnTo>
                    <a:pt x="2073834" y="410859"/>
                  </a:lnTo>
                  <a:lnTo>
                    <a:pt x="1662976" y="821717"/>
                  </a:lnTo>
                  <a:lnTo>
                    <a:pt x="0" y="821717"/>
                  </a:lnTo>
                  <a:cubicBezTo>
                    <a:pt x="1486" y="682772"/>
                    <a:pt x="2973" y="543828"/>
                    <a:pt x="4459" y="404883"/>
                  </a:cubicBezTo>
                  <a:cubicBezTo>
                    <a:pt x="2973" y="269922"/>
                    <a:pt x="1486" y="134961"/>
                    <a:pt x="0" y="0"/>
                  </a:cubicBezTo>
                  <a:close/>
                </a:path>
              </a:pathLst>
            </a:custGeom>
            <a:solidFill>
              <a:srgbClr val="E248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g34caa18d204_2_160"/>
          <p:cNvSpPr txBox="1"/>
          <p:nvPr/>
        </p:nvSpPr>
        <p:spPr>
          <a:xfrm>
            <a:off x="1043243" y="1825833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g34caa18d204_2_160"/>
          <p:cNvSpPr txBox="1"/>
          <p:nvPr/>
        </p:nvSpPr>
        <p:spPr>
          <a:xfrm>
            <a:off x="3071966" y="1825832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g34caa18d204_2_160"/>
          <p:cNvSpPr txBox="1"/>
          <p:nvPr/>
        </p:nvSpPr>
        <p:spPr>
          <a:xfrm>
            <a:off x="5037766" y="1825831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g34caa18d204_2_160"/>
          <p:cNvSpPr txBox="1"/>
          <p:nvPr/>
        </p:nvSpPr>
        <p:spPr>
          <a:xfrm>
            <a:off x="7028077" y="1825830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4caa18d204_2_192"/>
          <p:cNvSpPr txBox="1"/>
          <p:nvPr/>
        </p:nvSpPr>
        <p:spPr>
          <a:xfrm>
            <a:off x="599932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g34caa18d204_2_192"/>
          <p:cNvSpPr txBox="1"/>
          <p:nvPr/>
        </p:nvSpPr>
        <p:spPr>
          <a:xfrm>
            <a:off x="599932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1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g34caa18d204_2_192"/>
          <p:cNvSpPr txBox="1"/>
          <p:nvPr/>
        </p:nvSpPr>
        <p:spPr>
          <a:xfrm>
            <a:off x="2622474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g34caa18d204_2_192"/>
          <p:cNvSpPr txBox="1"/>
          <p:nvPr/>
        </p:nvSpPr>
        <p:spPr>
          <a:xfrm>
            <a:off x="2622474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2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g34caa18d204_2_192"/>
          <p:cNvSpPr txBox="1"/>
          <p:nvPr/>
        </p:nvSpPr>
        <p:spPr>
          <a:xfrm>
            <a:off x="4703175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g34caa18d204_2_192"/>
          <p:cNvSpPr txBox="1"/>
          <p:nvPr/>
        </p:nvSpPr>
        <p:spPr>
          <a:xfrm>
            <a:off x="4703175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3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g34caa18d204_2_192"/>
          <p:cNvSpPr txBox="1"/>
          <p:nvPr/>
        </p:nvSpPr>
        <p:spPr>
          <a:xfrm>
            <a:off x="6790100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g34caa18d204_2_192"/>
          <p:cNvSpPr txBox="1"/>
          <p:nvPr/>
        </p:nvSpPr>
        <p:spPr>
          <a:xfrm>
            <a:off x="6790100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4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0" name="Google Shape;380;g34caa18d204_2_192"/>
          <p:cNvGrpSpPr/>
          <p:nvPr/>
        </p:nvGrpSpPr>
        <p:grpSpPr>
          <a:xfrm>
            <a:off x="548640" y="1696411"/>
            <a:ext cx="8011212" cy="823887"/>
            <a:chOff x="548640" y="2603468"/>
            <a:chExt cx="8011212" cy="823887"/>
          </a:xfrm>
        </p:grpSpPr>
        <p:sp>
          <p:nvSpPr>
            <p:cNvPr id="381" name="Google Shape;381;g34caa18d204_2_192"/>
            <p:cNvSpPr/>
            <p:nvPr/>
          </p:nvSpPr>
          <p:spPr>
            <a:xfrm>
              <a:off x="2298685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E248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4caa18d204_2_192"/>
            <p:cNvSpPr/>
            <p:nvPr/>
          </p:nvSpPr>
          <p:spPr>
            <a:xfrm>
              <a:off x="4276408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E248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4caa18d204_2_192"/>
            <p:cNvSpPr/>
            <p:nvPr/>
          </p:nvSpPr>
          <p:spPr>
            <a:xfrm>
              <a:off x="6261252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46CDA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4caa18d204_2_192"/>
            <p:cNvSpPr/>
            <p:nvPr/>
          </p:nvSpPr>
          <p:spPr>
            <a:xfrm>
              <a:off x="548640" y="2603468"/>
              <a:ext cx="2073834" cy="821717"/>
            </a:xfrm>
            <a:custGeom>
              <a:rect b="b" l="l" r="r" t="t"/>
              <a:pathLst>
                <a:path extrusionOk="0" h="821717" w="2073834">
                  <a:moveTo>
                    <a:pt x="0" y="0"/>
                  </a:moveTo>
                  <a:lnTo>
                    <a:pt x="1662976" y="0"/>
                  </a:lnTo>
                  <a:lnTo>
                    <a:pt x="2073834" y="410859"/>
                  </a:lnTo>
                  <a:lnTo>
                    <a:pt x="1662976" y="821717"/>
                  </a:lnTo>
                  <a:lnTo>
                    <a:pt x="0" y="821717"/>
                  </a:lnTo>
                  <a:cubicBezTo>
                    <a:pt x="1486" y="682772"/>
                    <a:pt x="2973" y="543828"/>
                    <a:pt x="4459" y="404883"/>
                  </a:cubicBezTo>
                  <a:cubicBezTo>
                    <a:pt x="2973" y="269922"/>
                    <a:pt x="1486" y="134961"/>
                    <a:pt x="0" y="0"/>
                  </a:cubicBezTo>
                  <a:close/>
                </a:path>
              </a:pathLst>
            </a:custGeom>
            <a:solidFill>
              <a:srgbClr val="E248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g34caa18d204_2_192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g34caa18d204_2_192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4caa18d204_2_192"/>
          <p:cNvSpPr txBox="1"/>
          <p:nvPr/>
        </p:nvSpPr>
        <p:spPr>
          <a:xfrm>
            <a:off x="1043243" y="1825833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g34caa18d204_2_192"/>
          <p:cNvSpPr txBox="1"/>
          <p:nvPr/>
        </p:nvSpPr>
        <p:spPr>
          <a:xfrm>
            <a:off x="3071966" y="1825832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g34caa18d204_2_192"/>
          <p:cNvSpPr txBox="1"/>
          <p:nvPr/>
        </p:nvSpPr>
        <p:spPr>
          <a:xfrm>
            <a:off x="5037766" y="1825831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g34caa18d204_2_192"/>
          <p:cNvSpPr txBox="1"/>
          <p:nvPr/>
        </p:nvSpPr>
        <p:spPr>
          <a:xfrm>
            <a:off x="7028077" y="1825830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1" name="Google Shape;391;g34caa18d204_2_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4caa18d204_2_224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g34caa18d204_2_224"/>
          <p:cNvSpPr txBox="1"/>
          <p:nvPr/>
        </p:nvSpPr>
        <p:spPr>
          <a:xfrm>
            <a:off x="466400" y="537225"/>
            <a:ext cx="6323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4caa18d204_2_224"/>
          <p:cNvSpPr txBox="1"/>
          <p:nvPr/>
        </p:nvSpPr>
        <p:spPr>
          <a:xfrm>
            <a:off x="599932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g34caa18d204_2_224"/>
          <p:cNvSpPr txBox="1"/>
          <p:nvPr/>
        </p:nvSpPr>
        <p:spPr>
          <a:xfrm>
            <a:off x="599932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1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g34caa18d204_2_224"/>
          <p:cNvSpPr txBox="1"/>
          <p:nvPr/>
        </p:nvSpPr>
        <p:spPr>
          <a:xfrm>
            <a:off x="2622474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g34caa18d204_2_224"/>
          <p:cNvSpPr txBox="1"/>
          <p:nvPr/>
        </p:nvSpPr>
        <p:spPr>
          <a:xfrm>
            <a:off x="2622474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2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g34caa18d204_2_224"/>
          <p:cNvSpPr txBox="1"/>
          <p:nvPr/>
        </p:nvSpPr>
        <p:spPr>
          <a:xfrm>
            <a:off x="4703175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g34caa18d204_2_224"/>
          <p:cNvSpPr txBox="1"/>
          <p:nvPr/>
        </p:nvSpPr>
        <p:spPr>
          <a:xfrm>
            <a:off x="4703175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3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g34caa18d204_2_224"/>
          <p:cNvSpPr txBox="1"/>
          <p:nvPr/>
        </p:nvSpPr>
        <p:spPr>
          <a:xfrm>
            <a:off x="6790100" y="3179442"/>
            <a:ext cx="15009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Последовательность действий и этапы можно отобразить как в виде списка, так и подобными схемами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g34caa18d204_2_224"/>
          <p:cNvSpPr txBox="1"/>
          <p:nvPr/>
        </p:nvSpPr>
        <p:spPr>
          <a:xfrm>
            <a:off x="6790100" y="2844741"/>
            <a:ext cx="1500900" cy="26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5"/>
              <a:buFont typeface="Arial"/>
              <a:buNone/>
            </a:pPr>
            <a:r>
              <a:rPr b="1" i="0" lang="ru" sz="1475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ДЕЙСТВИЕ 4</a:t>
            </a:r>
            <a:endParaRPr b="1" i="0" sz="1475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06" name="Google Shape;406;g34caa18d204_2_224"/>
          <p:cNvGrpSpPr/>
          <p:nvPr/>
        </p:nvGrpSpPr>
        <p:grpSpPr>
          <a:xfrm>
            <a:off x="548640" y="1696411"/>
            <a:ext cx="8011212" cy="823887"/>
            <a:chOff x="548640" y="2603468"/>
            <a:chExt cx="8011212" cy="823887"/>
          </a:xfrm>
        </p:grpSpPr>
        <p:sp>
          <p:nvSpPr>
            <p:cNvPr id="407" name="Google Shape;407;g34caa18d204_2_224"/>
            <p:cNvSpPr/>
            <p:nvPr/>
          </p:nvSpPr>
          <p:spPr>
            <a:xfrm>
              <a:off x="2298685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FF31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34caa18d204_2_224"/>
            <p:cNvSpPr/>
            <p:nvPr/>
          </p:nvSpPr>
          <p:spPr>
            <a:xfrm>
              <a:off x="4276408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FF31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g34caa18d204_2_224"/>
            <p:cNvSpPr/>
            <p:nvPr/>
          </p:nvSpPr>
          <p:spPr>
            <a:xfrm>
              <a:off x="6261252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33A3D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g34caa18d204_2_224"/>
            <p:cNvSpPr/>
            <p:nvPr/>
          </p:nvSpPr>
          <p:spPr>
            <a:xfrm>
              <a:off x="548640" y="2603468"/>
              <a:ext cx="2073834" cy="821717"/>
            </a:xfrm>
            <a:custGeom>
              <a:rect b="b" l="l" r="r" t="t"/>
              <a:pathLst>
                <a:path extrusionOk="0" h="821717" w="2073834">
                  <a:moveTo>
                    <a:pt x="0" y="0"/>
                  </a:moveTo>
                  <a:lnTo>
                    <a:pt x="1662976" y="0"/>
                  </a:lnTo>
                  <a:lnTo>
                    <a:pt x="2073834" y="410859"/>
                  </a:lnTo>
                  <a:lnTo>
                    <a:pt x="1662976" y="821717"/>
                  </a:lnTo>
                  <a:lnTo>
                    <a:pt x="0" y="821717"/>
                  </a:lnTo>
                  <a:cubicBezTo>
                    <a:pt x="1486" y="682772"/>
                    <a:pt x="2973" y="543828"/>
                    <a:pt x="4459" y="404883"/>
                  </a:cubicBezTo>
                  <a:cubicBezTo>
                    <a:pt x="2973" y="269922"/>
                    <a:pt x="1486" y="134961"/>
                    <a:pt x="0" y="0"/>
                  </a:cubicBezTo>
                  <a:close/>
                </a:path>
              </a:pathLst>
            </a:custGeom>
            <a:solidFill>
              <a:srgbClr val="FF31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g34caa18d204_2_224"/>
          <p:cNvSpPr txBox="1"/>
          <p:nvPr/>
        </p:nvSpPr>
        <p:spPr>
          <a:xfrm>
            <a:off x="1043243" y="1825833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g34caa18d204_2_224"/>
          <p:cNvSpPr txBox="1"/>
          <p:nvPr/>
        </p:nvSpPr>
        <p:spPr>
          <a:xfrm>
            <a:off x="3071966" y="1825832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g34caa18d204_2_224"/>
          <p:cNvSpPr txBox="1"/>
          <p:nvPr/>
        </p:nvSpPr>
        <p:spPr>
          <a:xfrm>
            <a:off x="5037766" y="1825831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g34caa18d204_2_224"/>
          <p:cNvSpPr txBox="1"/>
          <p:nvPr/>
        </p:nvSpPr>
        <p:spPr>
          <a:xfrm>
            <a:off x="7028077" y="1825830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15" name="Google Shape;415;g34caa18d204_2_224"/>
          <p:cNvGrpSpPr/>
          <p:nvPr/>
        </p:nvGrpSpPr>
        <p:grpSpPr>
          <a:xfrm>
            <a:off x="548640" y="1696411"/>
            <a:ext cx="8011212" cy="823887"/>
            <a:chOff x="548640" y="2603468"/>
            <a:chExt cx="8011212" cy="823887"/>
          </a:xfrm>
        </p:grpSpPr>
        <p:sp>
          <p:nvSpPr>
            <p:cNvPr id="416" name="Google Shape;416;g34caa18d204_2_224"/>
            <p:cNvSpPr/>
            <p:nvPr/>
          </p:nvSpPr>
          <p:spPr>
            <a:xfrm>
              <a:off x="2298685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E248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4caa18d204_2_224"/>
            <p:cNvSpPr/>
            <p:nvPr/>
          </p:nvSpPr>
          <p:spPr>
            <a:xfrm>
              <a:off x="4276408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E248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4caa18d204_2_224"/>
            <p:cNvSpPr/>
            <p:nvPr/>
          </p:nvSpPr>
          <p:spPr>
            <a:xfrm>
              <a:off x="6261252" y="2605655"/>
              <a:ext cx="2298600" cy="821700"/>
            </a:xfrm>
            <a:prstGeom prst="chevron">
              <a:avLst>
                <a:gd fmla="val 50000" name="adj"/>
              </a:avLst>
            </a:prstGeom>
            <a:solidFill>
              <a:srgbClr val="E248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34caa18d204_2_224"/>
            <p:cNvSpPr/>
            <p:nvPr/>
          </p:nvSpPr>
          <p:spPr>
            <a:xfrm>
              <a:off x="548640" y="2603468"/>
              <a:ext cx="2073834" cy="821717"/>
            </a:xfrm>
            <a:custGeom>
              <a:rect b="b" l="l" r="r" t="t"/>
              <a:pathLst>
                <a:path extrusionOk="0" h="821717" w="2073834">
                  <a:moveTo>
                    <a:pt x="0" y="0"/>
                  </a:moveTo>
                  <a:lnTo>
                    <a:pt x="1662976" y="0"/>
                  </a:lnTo>
                  <a:lnTo>
                    <a:pt x="2073834" y="410859"/>
                  </a:lnTo>
                  <a:lnTo>
                    <a:pt x="1662976" y="821717"/>
                  </a:lnTo>
                  <a:lnTo>
                    <a:pt x="0" y="821717"/>
                  </a:lnTo>
                  <a:cubicBezTo>
                    <a:pt x="1486" y="682772"/>
                    <a:pt x="2973" y="543828"/>
                    <a:pt x="4459" y="404883"/>
                  </a:cubicBezTo>
                  <a:cubicBezTo>
                    <a:pt x="2973" y="269922"/>
                    <a:pt x="1486" y="134961"/>
                    <a:pt x="0" y="0"/>
                  </a:cubicBezTo>
                  <a:close/>
                </a:path>
              </a:pathLst>
            </a:custGeom>
            <a:solidFill>
              <a:srgbClr val="E248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0" name="Google Shape;420;g34caa18d204_2_224"/>
          <p:cNvSpPr txBox="1"/>
          <p:nvPr/>
        </p:nvSpPr>
        <p:spPr>
          <a:xfrm>
            <a:off x="1043243" y="1825833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g34caa18d204_2_224"/>
          <p:cNvSpPr txBox="1"/>
          <p:nvPr/>
        </p:nvSpPr>
        <p:spPr>
          <a:xfrm>
            <a:off x="3071966" y="1825832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g34caa18d204_2_224"/>
          <p:cNvSpPr txBox="1"/>
          <p:nvPr/>
        </p:nvSpPr>
        <p:spPr>
          <a:xfrm>
            <a:off x="5037766" y="1825831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g34caa18d204_2_224"/>
          <p:cNvSpPr txBox="1"/>
          <p:nvPr/>
        </p:nvSpPr>
        <p:spPr>
          <a:xfrm>
            <a:off x="7028077" y="1825830"/>
            <a:ext cx="6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1" i="0" lang="ru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3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4" name="Google Shape;424;g34caa18d204_2_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52"/>
          <p:cNvSpPr txBox="1"/>
          <p:nvPr/>
        </p:nvSpPr>
        <p:spPr>
          <a:xfrm>
            <a:off x="466399" y="537225"/>
            <a:ext cx="6220647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 СЛАЙДА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2"/>
          <p:cNvSpPr txBox="1"/>
          <p:nvPr/>
        </p:nvSpPr>
        <p:spPr>
          <a:xfrm>
            <a:off x="1311774" y="1652500"/>
            <a:ext cx="7072527" cy="393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50">
            <a:noAutofit/>
          </a:bodyPr>
          <a:lstStyle/>
          <a:p>
            <a:pPr indent="0" lvl="0" marL="5764" marR="1151921" rtl="0" algn="l">
              <a:lnSpc>
                <a:spcPct val="117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ПОЛОЖИТЕЛЬНАЯ СТОРОНА ИЛИ СВОЙСТВО</a:t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52"/>
          <p:cNvSpPr txBox="1"/>
          <p:nvPr/>
        </p:nvSpPr>
        <p:spPr>
          <a:xfrm>
            <a:off x="1311774" y="2000464"/>
            <a:ext cx="5323163" cy="897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50">
            <a:spAutoFit/>
          </a:bodyPr>
          <a:lstStyle/>
          <a:p>
            <a:pPr indent="0" lvl="0" marL="5764" marR="2305" rtl="0" algn="l">
              <a:lnSpc>
                <a:spcPct val="138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Дополнительный текст с описанием, почему выгоден, нужен и удобен рассматриваемый элемент для достижения поставленных целей.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52"/>
          <p:cNvSpPr txBox="1"/>
          <p:nvPr/>
        </p:nvSpPr>
        <p:spPr>
          <a:xfrm>
            <a:off x="1311774" y="3397774"/>
            <a:ext cx="6933530" cy="365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5764" marR="1151921" rtl="0" algn="l">
              <a:lnSpc>
                <a:spcPct val="117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ОТРИЦАТЕЛЬНЫЙ МОМЕНТ</a:t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52"/>
          <p:cNvSpPr txBox="1"/>
          <p:nvPr/>
        </p:nvSpPr>
        <p:spPr>
          <a:xfrm>
            <a:off x="1311774" y="3763520"/>
            <a:ext cx="4666115" cy="59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64" marR="2305" rtl="0" algn="l">
              <a:lnSpc>
                <a:spcPct val="138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Дополнительный текст с описанием негативного свойства.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5" name="Google Shape;43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24992" y="1662083"/>
            <a:ext cx="537261" cy="537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524992" y="3494889"/>
            <a:ext cx="537261" cy="537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"/>
          <p:cNvSpPr txBox="1"/>
          <p:nvPr/>
        </p:nvSpPr>
        <p:spPr>
          <a:xfrm>
            <a:off x="542600" y="784025"/>
            <a:ext cx="6543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ru" sz="54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Сильно важная мысль. Одна–</a:t>
            </a:r>
            <a:br>
              <a:rPr b="1" i="0" lang="ru" sz="54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1" i="0" lang="ru" sz="54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две на всю презентацию</a:t>
            </a:r>
            <a:endParaRPr b="1" i="0" sz="54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43" name="Google Shape;443;p13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4" name="Google Shape;4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4"/>
          <p:cNvSpPr txBox="1"/>
          <p:nvPr/>
        </p:nvSpPr>
        <p:spPr>
          <a:xfrm>
            <a:off x="535259" y="1037475"/>
            <a:ext cx="4210912" cy="30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Рекомендуем использовать тёмный, </a:t>
            </a:r>
            <a:br>
              <a:rPr b="0" i="0" lang="ru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 не белый фон для оффлайн-презентаций, людям легче воспринимать его глазами </a:t>
            </a:r>
            <a:endParaRPr b="0" i="0" sz="2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5211514" y="1037475"/>
            <a:ext cx="470050" cy="3195690"/>
          </a:xfrm>
          <a:custGeom>
            <a:rect b="b" l="l" r="r" t="t"/>
            <a:pathLst>
              <a:path extrusionOk="0" h="123281" w="18802">
                <a:moveTo>
                  <a:pt x="893" y="123281"/>
                </a:moveTo>
                <a:lnTo>
                  <a:pt x="0" y="67274"/>
                </a:lnTo>
                <a:lnTo>
                  <a:pt x="18802" y="67274"/>
                </a:lnTo>
                <a:lnTo>
                  <a:pt x="294" y="47591"/>
                </a:lnTo>
                <a:lnTo>
                  <a:pt x="894" y="0"/>
                </a:lnTo>
              </a:path>
            </a:pathLst>
          </a:custGeom>
          <a:noFill/>
          <a:ln cap="flat" cmpd="sng" w="114300">
            <a:solidFill>
              <a:srgbClr val="46CDAE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4"/>
          <p:cNvSpPr txBox="1"/>
          <p:nvPr/>
        </p:nvSpPr>
        <p:spPr>
          <a:xfrm>
            <a:off x="5746632" y="3309866"/>
            <a:ext cx="2568000" cy="1107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АВТОРЫ ШАБЛОНОВ СЛАЙДОВ ДЛЯ HARDFEST, </a:t>
            </a:r>
            <a:br>
              <a:rPr b="0" i="0" lang="ru" sz="12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b="0" i="0" lang="ru" sz="12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УЧАСТНИКИ КОМАНДЫ ПРОГРАММНОГО КОМИТЕТА</a:t>
            </a:r>
            <a:endParaRPr b="0" i="0" sz="12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2" name="Google Shape;452;p14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3" name="Google Shape;4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093" y="688149"/>
            <a:ext cx="1098003" cy="376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"/>
          <p:cNvSpPr txBox="1"/>
          <p:nvPr/>
        </p:nvSpPr>
        <p:spPr>
          <a:xfrm>
            <a:off x="618800" y="685988"/>
            <a:ext cx="6543900" cy="16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" sz="32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СПАСИБО </a:t>
            </a:r>
            <a:endParaRPr b="1" i="0" sz="32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" sz="32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 ВНИМАНИЕ!</a:t>
            </a:r>
            <a:br>
              <a:rPr b="1" i="0" lang="ru" sz="32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1" i="0" lang="ru" sz="32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ЕСТЬ ВОПРОСЫ?</a:t>
            </a:r>
            <a:endParaRPr b="1" i="0" sz="32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59" name="Google Shape;459;p15"/>
          <p:cNvSpPr txBox="1"/>
          <p:nvPr>
            <p:ph idx="1" type="subTitle"/>
          </p:nvPr>
        </p:nvSpPr>
        <p:spPr>
          <a:xfrm>
            <a:off x="655523" y="2571950"/>
            <a:ext cx="2019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Имя и фамилия,</a:t>
            </a:r>
            <a:b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должность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15"/>
          <p:cNvSpPr txBox="1"/>
          <p:nvPr>
            <p:ph idx="1" type="subTitle"/>
          </p:nvPr>
        </p:nvSpPr>
        <p:spPr>
          <a:xfrm>
            <a:off x="3092348" y="2571950"/>
            <a:ext cx="1852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</a:t>
            </a:r>
            <a:b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компании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15"/>
          <p:cNvSpPr txBox="1"/>
          <p:nvPr>
            <p:ph idx="1" type="subTitle"/>
          </p:nvPr>
        </p:nvSpPr>
        <p:spPr>
          <a:xfrm>
            <a:off x="1053463" y="3667112"/>
            <a:ext cx="185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@twitter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2" name="Google Shape;4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2309" y="4170398"/>
            <a:ext cx="329375" cy="3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288" y="3734248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963" y="4168399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963" y="3734223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5"/>
          <p:cNvSpPr txBox="1"/>
          <p:nvPr>
            <p:ph idx="1" type="subTitle"/>
          </p:nvPr>
        </p:nvSpPr>
        <p:spPr>
          <a:xfrm>
            <a:off x="3933663" y="3667112"/>
            <a:ext cx="185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facebook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15"/>
          <p:cNvSpPr txBox="1"/>
          <p:nvPr>
            <p:ph idx="1" type="subTitle"/>
          </p:nvPr>
        </p:nvSpPr>
        <p:spPr>
          <a:xfrm>
            <a:off x="3933663" y="4134837"/>
            <a:ext cx="185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www.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15"/>
          <p:cNvSpPr txBox="1"/>
          <p:nvPr>
            <p:ph idx="1" type="subTitle"/>
          </p:nvPr>
        </p:nvSpPr>
        <p:spPr>
          <a:xfrm>
            <a:off x="1090188" y="4134837"/>
            <a:ext cx="185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mail@mail.me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9" name="Google Shape;46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39415" y="770904"/>
            <a:ext cx="1811681" cy="62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6"/>
          <p:cNvSpPr txBox="1"/>
          <p:nvPr/>
        </p:nvSpPr>
        <p:spPr>
          <a:xfrm>
            <a:off x="618799" y="3281200"/>
            <a:ext cx="7384377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СПАСИБО ЗА ВНИМАНИЕ!</a:t>
            </a:r>
            <a:br>
              <a:rPr b="1" i="0" lang="ru" sz="3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b="1" i="0" lang="ru" sz="3600" u="none" cap="none" strike="noStrike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ЕСТЬ ВОПРОСЫ?</a:t>
            </a:r>
            <a:endParaRPr b="1" i="0" sz="3600" u="none" cap="none" strike="noStrike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75" name="Google Shape;4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77050"/>
            <a:ext cx="2385650" cy="23856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>
            <p:ph idx="1" type="subTitle"/>
          </p:nvPr>
        </p:nvSpPr>
        <p:spPr>
          <a:xfrm>
            <a:off x="3344073" y="677042"/>
            <a:ext cx="2019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Имя и фамилия,</a:t>
            </a:r>
            <a:b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должность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16"/>
          <p:cNvSpPr txBox="1"/>
          <p:nvPr>
            <p:ph idx="1" type="subTitle"/>
          </p:nvPr>
        </p:nvSpPr>
        <p:spPr>
          <a:xfrm>
            <a:off x="3344073" y="1383828"/>
            <a:ext cx="1852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</a:t>
            </a:r>
            <a:b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компании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8" name="Google Shape;47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15" y="770904"/>
            <a:ext cx="1811681" cy="62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Tatyana Myasnikova</dc:creator>
</cp:coreProperties>
</file>